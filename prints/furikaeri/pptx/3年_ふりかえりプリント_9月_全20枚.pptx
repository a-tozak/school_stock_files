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0692000" cy="756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92000" cy="756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92000" cy="7560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92000" cy="7560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92000" cy="756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92000" cy="756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92000" cy="7560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92000" cy="756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92000" cy="7560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92000" cy="7560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92000" cy="7560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92000" cy="7560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92000" cy="7560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92000" cy="7560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92000" cy="7560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92000" cy="7560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92000" cy="7560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92000" cy="7560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92000" cy="7560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92000" cy="7560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92000" cy="7560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92000" cy="7560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92000" cy="7560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92000" cy="7560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92000" cy="7560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92000" cy="7560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92000" cy="7560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92000" cy="7560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92000" cy="7560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92000" cy="7560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92000" cy="7560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92000" cy="7560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92000" cy="7560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92000" cy="7560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92000" cy="7560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92000" cy="7560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92000" cy="7560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92000" cy="7560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92000" cy="7560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92000" cy="7560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92000" cy="756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