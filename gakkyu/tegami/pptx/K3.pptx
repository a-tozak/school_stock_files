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秋の 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975299"/>
            <a:ext cx="1728000" cy="1284700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