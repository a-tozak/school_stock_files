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畑ではたらく人へ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よこ）"/>
          <p:cNvGrpSpPr/>
          <p:nvPr/>
        </p:nvGrpSpPr>
        <p:grpSpPr>
          <a:xfrm>
            <a:off x="540000" y="1152000"/>
            <a:ext cx="6480000" cy="7056000"/>
            <a:chOff x="540000" y="1152000"/>
            <a:chExt cx="6480000" cy="7056000"/>
          </a:xfrm>
        </p:grpSpPr>
        <p:cxnSp>
          <p:nvCxnSpPr>
            <p:cNvPr id="6" name="よこ線 1"/>
            <p:cNvCxnSpPr/>
            <p:nvPr/>
          </p:nvCxnSpPr>
          <p:spPr>
            <a:xfrm>
              <a:off x="540000" y="115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よこ線 2"/>
            <p:cNvCxnSpPr/>
            <p:nvPr/>
          </p:nvCxnSpPr>
          <p:spPr>
            <a:xfrm>
              <a:off x="540000" y="165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よこ線 3"/>
            <p:cNvCxnSpPr/>
            <p:nvPr/>
          </p:nvCxnSpPr>
          <p:spPr>
            <a:xfrm>
              <a:off x="540000" y="216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よこ線 4"/>
            <p:cNvCxnSpPr/>
            <p:nvPr/>
          </p:nvCxnSpPr>
          <p:spPr>
            <a:xfrm>
              <a:off x="540000" y="266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よこ線 5"/>
            <p:cNvCxnSpPr/>
            <p:nvPr/>
          </p:nvCxnSpPr>
          <p:spPr>
            <a:xfrm>
              <a:off x="540000" y="316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よこ線 6"/>
            <p:cNvCxnSpPr/>
            <p:nvPr/>
          </p:nvCxnSpPr>
          <p:spPr>
            <a:xfrm>
              <a:off x="540000" y="367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よこ線 7"/>
            <p:cNvCxnSpPr/>
            <p:nvPr/>
          </p:nvCxnSpPr>
          <p:spPr>
            <a:xfrm>
              <a:off x="540000" y="417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よこ線 8"/>
            <p:cNvCxnSpPr/>
            <p:nvPr/>
          </p:nvCxnSpPr>
          <p:spPr>
            <a:xfrm>
              <a:off x="540000" y="468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よこ線 9"/>
            <p:cNvCxnSpPr/>
            <p:nvPr/>
          </p:nvCxnSpPr>
          <p:spPr>
            <a:xfrm>
              <a:off x="540000" y="518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よこ線 10"/>
            <p:cNvCxnSpPr/>
            <p:nvPr/>
          </p:nvCxnSpPr>
          <p:spPr>
            <a:xfrm>
              <a:off x="540000" y="568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よこ線 11"/>
            <p:cNvCxnSpPr/>
            <p:nvPr/>
          </p:nvCxnSpPr>
          <p:spPr>
            <a:xfrm>
              <a:off x="540000" y="619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よこ線 12"/>
            <p:cNvCxnSpPr/>
            <p:nvPr/>
          </p:nvCxnSpPr>
          <p:spPr>
            <a:xfrm>
              <a:off x="540000" y="669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よこ線 13"/>
            <p:cNvCxnSpPr/>
            <p:nvPr/>
          </p:nvCxnSpPr>
          <p:spPr>
            <a:xfrm>
              <a:off x="540000" y="720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よこ線 14"/>
            <p:cNvCxnSpPr/>
            <p:nvPr/>
          </p:nvCxnSpPr>
          <p:spPr>
            <a:xfrm>
              <a:off x="540000" y="770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よこ線 15"/>
            <p:cNvCxnSpPr/>
            <p:nvPr/>
          </p:nvCxnSpPr>
          <p:spPr>
            <a:xfrm>
              <a:off x="540000" y="820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000" y="8987586"/>
            <a:ext cx="1800000" cy="1272413"/>
          </a:xfrm>
          <a:prstGeom prst="rect">
            <a:avLst/>
          </a:prstGeom>
        </p:spPr>
      </p:pic>
      <p:sp>
        <p:nvSpPr>
          <p:cNvPr id="22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3・5年／けい線 15行</a:t>
            </a:r>
          </a:p>
        </p:txBody>
      </p:sp>
      <p:sp>
        <p:nvSpPr>
          <p:cNvPr id="23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