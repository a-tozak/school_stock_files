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School Stock「お礼の手紙 びんせん」の編集用ファイルです。</a:t>
            </a:r>
          </a:p>
          <a:p>
            <a:r>
              <a:t>・見出しはテキストボックスです。書きかえたり、消したりできます。</a:t>
            </a:r>
          </a:p>
          <a:p>
            <a:r>
              <a:t>・けい線やマスは1本ずつ、行（列）ごとにグループになっています。選んで Delete で消す、Ctrl+D で複製して増やす、ができます。</a:t>
            </a:r>
          </a:p>
          <a:p>
            <a:r>
              <a:t>・さし絵は消してもかまいません。</a:t>
            </a:r>
          </a:p>
          <a:p>
            <a:r>
              <a:t>・書体はWindowsの「UD デジタル 教科書体」を指定しています。無い環境では近い書体に置き換わります。</a:t>
            </a:r>
          </a:p>
          <a:p>
            <a:r>
              <a:t>・印刷はA4たて・実際のサイズ（拡大縮小なし）で。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見出し（自由に書きかえてください）"/>
          <p:cNvSpPr txBox="1"/>
          <p:nvPr/>
        </p:nvSpPr>
        <p:spPr>
          <a:xfrm>
            <a:off x="540000" y="414000"/>
            <a:ext cx="3960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1">
                <a:solidFill>
                  <a:srgbClr val="38424B"/>
                </a:solidFill>
                <a:latin typeface="UD デジタル 教科書体 N-B"/>
              </a:rPr>
              <a:t>お礼の手紙</a:t>
            </a:r>
          </a:p>
        </p:txBody>
      </p:sp>
      <p:sp>
        <p:nvSpPr>
          <p:cNvPr id="3" name="名前欄"/>
          <p:cNvSpPr txBox="1"/>
          <p:nvPr/>
        </p:nvSpPr>
        <p:spPr>
          <a:xfrm>
            <a:off x="3600000" y="475200"/>
            <a:ext cx="3420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38424B"/>
                </a:solidFill>
                <a:latin typeface="UD デジタル 教科書体 N-R"/>
              </a:rPr>
              <a:t>（　　年　　組　　名前　　　　　　　　）</a:t>
            </a:r>
          </a:p>
        </p:txBody>
      </p:sp>
      <p:cxnSp>
        <p:nvCxnSpPr>
          <p:cNvPr id="4" name="見出しの線"/>
          <p:cNvCxnSpPr/>
          <p:nvPr/>
        </p:nvCxnSpPr>
        <p:spPr>
          <a:xfrm>
            <a:off x="540000" y="734400"/>
            <a:ext cx="6480000" cy="0"/>
          </a:xfrm>
          <a:prstGeom prst="line">
            <a:avLst/>
          </a:prstGeom>
          <a:ln w="14376">
            <a:solidFill>
              <a:srgbClr val="6AA7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" name="1行目"/>
          <p:cNvGrpSpPr/>
          <p:nvPr/>
        </p:nvGrpSpPr>
        <p:grpSpPr>
          <a:xfrm>
            <a:off x="612000" y="900000"/>
            <a:ext cx="6336000" cy="288000"/>
            <a:chOff x="612000" y="900000"/>
            <a:chExt cx="6336000" cy="288000"/>
          </a:xfrm>
        </p:grpSpPr>
        <p:sp>
          <p:nvSpPr>
            <p:cNvPr id="6" name="外わく"/>
            <p:cNvSpPr/>
            <p:nvPr/>
          </p:nvSpPr>
          <p:spPr>
            <a:xfrm>
              <a:off x="612000" y="900000"/>
              <a:ext cx="6336000" cy="288000"/>
            </a:xfrm>
            <a:prstGeom prst="rect">
              <a:avLst/>
            </a:prstGeom>
            <a:noFill/>
            <a:ln w="12579">
              <a:solidFill>
                <a:srgbClr val="6AA7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" name="マスの線 1"/>
            <p:cNvCxnSpPr/>
            <p:nvPr/>
          </p:nvCxnSpPr>
          <p:spPr>
            <a:xfrm>
              <a:off x="900000" y="900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マスの線 2"/>
            <p:cNvCxnSpPr/>
            <p:nvPr/>
          </p:nvCxnSpPr>
          <p:spPr>
            <a:xfrm>
              <a:off x="1188000" y="900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マスの線 3"/>
            <p:cNvCxnSpPr/>
            <p:nvPr/>
          </p:nvCxnSpPr>
          <p:spPr>
            <a:xfrm>
              <a:off x="1476000" y="900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マスの線 4"/>
            <p:cNvCxnSpPr/>
            <p:nvPr/>
          </p:nvCxnSpPr>
          <p:spPr>
            <a:xfrm>
              <a:off x="1764000" y="900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マスの線 5"/>
            <p:cNvCxnSpPr/>
            <p:nvPr/>
          </p:nvCxnSpPr>
          <p:spPr>
            <a:xfrm>
              <a:off x="2052000" y="900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マスの線 6"/>
            <p:cNvCxnSpPr/>
            <p:nvPr/>
          </p:nvCxnSpPr>
          <p:spPr>
            <a:xfrm>
              <a:off x="2340000" y="900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マスの線 7"/>
            <p:cNvCxnSpPr/>
            <p:nvPr/>
          </p:nvCxnSpPr>
          <p:spPr>
            <a:xfrm>
              <a:off x="2628000" y="900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マスの線 8"/>
            <p:cNvCxnSpPr/>
            <p:nvPr/>
          </p:nvCxnSpPr>
          <p:spPr>
            <a:xfrm>
              <a:off x="2916000" y="900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マスの線 9"/>
            <p:cNvCxnSpPr/>
            <p:nvPr/>
          </p:nvCxnSpPr>
          <p:spPr>
            <a:xfrm>
              <a:off x="3204000" y="900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マスの線 10"/>
            <p:cNvCxnSpPr/>
            <p:nvPr/>
          </p:nvCxnSpPr>
          <p:spPr>
            <a:xfrm>
              <a:off x="3492000" y="900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マスの線 11"/>
            <p:cNvCxnSpPr/>
            <p:nvPr/>
          </p:nvCxnSpPr>
          <p:spPr>
            <a:xfrm>
              <a:off x="3780000" y="900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マスの線 12"/>
            <p:cNvCxnSpPr/>
            <p:nvPr/>
          </p:nvCxnSpPr>
          <p:spPr>
            <a:xfrm>
              <a:off x="4068000" y="900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マスの線 13"/>
            <p:cNvCxnSpPr/>
            <p:nvPr/>
          </p:nvCxnSpPr>
          <p:spPr>
            <a:xfrm>
              <a:off x="4356000" y="900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マスの線 14"/>
            <p:cNvCxnSpPr/>
            <p:nvPr/>
          </p:nvCxnSpPr>
          <p:spPr>
            <a:xfrm>
              <a:off x="4644000" y="900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マスの線 15"/>
            <p:cNvCxnSpPr/>
            <p:nvPr/>
          </p:nvCxnSpPr>
          <p:spPr>
            <a:xfrm>
              <a:off x="4932000" y="900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マスの線 16"/>
            <p:cNvCxnSpPr/>
            <p:nvPr/>
          </p:nvCxnSpPr>
          <p:spPr>
            <a:xfrm>
              <a:off x="5220000" y="900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マスの線 17"/>
            <p:cNvCxnSpPr/>
            <p:nvPr/>
          </p:nvCxnSpPr>
          <p:spPr>
            <a:xfrm>
              <a:off x="5508000" y="900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マスの線 18"/>
            <p:cNvCxnSpPr/>
            <p:nvPr/>
          </p:nvCxnSpPr>
          <p:spPr>
            <a:xfrm>
              <a:off x="5796000" y="900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マスの線 19"/>
            <p:cNvCxnSpPr/>
            <p:nvPr/>
          </p:nvCxnSpPr>
          <p:spPr>
            <a:xfrm>
              <a:off x="6084000" y="900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マスの線 20"/>
            <p:cNvCxnSpPr/>
            <p:nvPr/>
          </p:nvCxnSpPr>
          <p:spPr>
            <a:xfrm>
              <a:off x="6372000" y="900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マスの線 21"/>
            <p:cNvCxnSpPr/>
            <p:nvPr/>
          </p:nvCxnSpPr>
          <p:spPr>
            <a:xfrm>
              <a:off x="6660000" y="900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2行目"/>
          <p:cNvGrpSpPr/>
          <p:nvPr/>
        </p:nvGrpSpPr>
        <p:grpSpPr>
          <a:xfrm>
            <a:off x="612000" y="1278000"/>
            <a:ext cx="6336000" cy="288000"/>
            <a:chOff x="612000" y="1278000"/>
            <a:chExt cx="6336000" cy="288000"/>
          </a:xfrm>
        </p:grpSpPr>
        <p:sp>
          <p:nvSpPr>
            <p:cNvPr id="29" name="外わく"/>
            <p:cNvSpPr/>
            <p:nvPr/>
          </p:nvSpPr>
          <p:spPr>
            <a:xfrm>
              <a:off x="612000" y="1278000"/>
              <a:ext cx="6336000" cy="288000"/>
            </a:xfrm>
            <a:prstGeom prst="rect">
              <a:avLst/>
            </a:prstGeom>
            <a:noFill/>
            <a:ln w="12579">
              <a:solidFill>
                <a:srgbClr val="6AA7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0" name="マスの線 1"/>
            <p:cNvCxnSpPr/>
            <p:nvPr/>
          </p:nvCxnSpPr>
          <p:spPr>
            <a:xfrm>
              <a:off x="900000" y="1278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マスの線 2"/>
            <p:cNvCxnSpPr/>
            <p:nvPr/>
          </p:nvCxnSpPr>
          <p:spPr>
            <a:xfrm>
              <a:off x="1188000" y="1278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マスの線 3"/>
            <p:cNvCxnSpPr/>
            <p:nvPr/>
          </p:nvCxnSpPr>
          <p:spPr>
            <a:xfrm>
              <a:off x="1476000" y="1278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マスの線 4"/>
            <p:cNvCxnSpPr/>
            <p:nvPr/>
          </p:nvCxnSpPr>
          <p:spPr>
            <a:xfrm>
              <a:off x="1764000" y="1278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マスの線 5"/>
            <p:cNvCxnSpPr/>
            <p:nvPr/>
          </p:nvCxnSpPr>
          <p:spPr>
            <a:xfrm>
              <a:off x="2052000" y="1278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マスの線 6"/>
            <p:cNvCxnSpPr/>
            <p:nvPr/>
          </p:nvCxnSpPr>
          <p:spPr>
            <a:xfrm>
              <a:off x="2340000" y="1278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マスの線 7"/>
            <p:cNvCxnSpPr/>
            <p:nvPr/>
          </p:nvCxnSpPr>
          <p:spPr>
            <a:xfrm>
              <a:off x="2628000" y="1278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マスの線 8"/>
            <p:cNvCxnSpPr/>
            <p:nvPr/>
          </p:nvCxnSpPr>
          <p:spPr>
            <a:xfrm>
              <a:off x="2916000" y="1278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マスの線 9"/>
            <p:cNvCxnSpPr/>
            <p:nvPr/>
          </p:nvCxnSpPr>
          <p:spPr>
            <a:xfrm>
              <a:off x="3204000" y="1278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マスの線 10"/>
            <p:cNvCxnSpPr/>
            <p:nvPr/>
          </p:nvCxnSpPr>
          <p:spPr>
            <a:xfrm>
              <a:off x="3492000" y="1278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マスの線 11"/>
            <p:cNvCxnSpPr/>
            <p:nvPr/>
          </p:nvCxnSpPr>
          <p:spPr>
            <a:xfrm>
              <a:off x="3780000" y="1278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マスの線 12"/>
            <p:cNvCxnSpPr/>
            <p:nvPr/>
          </p:nvCxnSpPr>
          <p:spPr>
            <a:xfrm>
              <a:off x="4068000" y="1278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マスの線 13"/>
            <p:cNvCxnSpPr/>
            <p:nvPr/>
          </p:nvCxnSpPr>
          <p:spPr>
            <a:xfrm>
              <a:off x="4356000" y="1278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マスの線 14"/>
            <p:cNvCxnSpPr/>
            <p:nvPr/>
          </p:nvCxnSpPr>
          <p:spPr>
            <a:xfrm>
              <a:off x="4644000" y="1278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マスの線 15"/>
            <p:cNvCxnSpPr/>
            <p:nvPr/>
          </p:nvCxnSpPr>
          <p:spPr>
            <a:xfrm>
              <a:off x="4932000" y="1278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マスの線 16"/>
            <p:cNvCxnSpPr/>
            <p:nvPr/>
          </p:nvCxnSpPr>
          <p:spPr>
            <a:xfrm>
              <a:off x="5220000" y="1278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マスの線 17"/>
            <p:cNvCxnSpPr/>
            <p:nvPr/>
          </p:nvCxnSpPr>
          <p:spPr>
            <a:xfrm>
              <a:off x="5508000" y="1278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マスの線 18"/>
            <p:cNvCxnSpPr/>
            <p:nvPr/>
          </p:nvCxnSpPr>
          <p:spPr>
            <a:xfrm>
              <a:off x="5796000" y="1278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マスの線 19"/>
            <p:cNvCxnSpPr/>
            <p:nvPr/>
          </p:nvCxnSpPr>
          <p:spPr>
            <a:xfrm>
              <a:off x="6084000" y="1278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マスの線 20"/>
            <p:cNvCxnSpPr/>
            <p:nvPr/>
          </p:nvCxnSpPr>
          <p:spPr>
            <a:xfrm>
              <a:off x="6372000" y="1278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マスの線 21"/>
            <p:cNvCxnSpPr/>
            <p:nvPr/>
          </p:nvCxnSpPr>
          <p:spPr>
            <a:xfrm>
              <a:off x="6660000" y="1278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3行目"/>
          <p:cNvGrpSpPr/>
          <p:nvPr/>
        </p:nvGrpSpPr>
        <p:grpSpPr>
          <a:xfrm>
            <a:off x="612000" y="1656000"/>
            <a:ext cx="6336000" cy="288000"/>
            <a:chOff x="612000" y="1656000"/>
            <a:chExt cx="6336000" cy="288000"/>
          </a:xfrm>
        </p:grpSpPr>
        <p:sp>
          <p:nvSpPr>
            <p:cNvPr id="52" name="外わく"/>
            <p:cNvSpPr/>
            <p:nvPr/>
          </p:nvSpPr>
          <p:spPr>
            <a:xfrm>
              <a:off x="612000" y="1656000"/>
              <a:ext cx="6336000" cy="288000"/>
            </a:xfrm>
            <a:prstGeom prst="rect">
              <a:avLst/>
            </a:prstGeom>
            <a:noFill/>
            <a:ln w="12579">
              <a:solidFill>
                <a:srgbClr val="6AA7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3" name="マスの線 1"/>
            <p:cNvCxnSpPr/>
            <p:nvPr/>
          </p:nvCxnSpPr>
          <p:spPr>
            <a:xfrm>
              <a:off x="900000" y="1656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マスの線 2"/>
            <p:cNvCxnSpPr/>
            <p:nvPr/>
          </p:nvCxnSpPr>
          <p:spPr>
            <a:xfrm>
              <a:off x="1188000" y="1656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マスの線 3"/>
            <p:cNvCxnSpPr/>
            <p:nvPr/>
          </p:nvCxnSpPr>
          <p:spPr>
            <a:xfrm>
              <a:off x="1476000" y="1656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マスの線 4"/>
            <p:cNvCxnSpPr/>
            <p:nvPr/>
          </p:nvCxnSpPr>
          <p:spPr>
            <a:xfrm>
              <a:off x="1764000" y="1656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マスの線 5"/>
            <p:cNvCxnSpPr/>
            <p:nvPr/>
          </p:nvCxnSpPr>
          <p:spPr>
            <a:xfrm>
              <a:off x="2052000" y="1656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マスの線 6"/>
            <p:cNvCxnSpPr/>
            <p:nvPr/>
          </p:nvCxnSpPr>
          <p:spPr>
            <a:xfrm>
              <a:off x="2340000" y="1656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マスの線 7"/>
            <p:cNvCxnSpPr/>
            <p:nvPr/>
          </p:nvCxnSpPr>
          <p:spPr>
            <a:xfrm>
              <a:off x="2628000" y="1656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マスの線 8"/>
            <p:cNvCxnSpPr/>
            <p:nvPr/>
          </p:nvCxnSpPr>
          <p:spPr>
            <a:xfrm>
              <a:off x="2916000" y="1656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マスの線 9"/>
            <p:cNvCxnSpPr/>
            <p:nvPr/>
          </p:nvCxnSpPr>
          <p:spPr>
            <a:xfrm>
              <a:off x="3204000" y="1656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マスの線 10"/>
            <p:cNvCxnSpPr/>
            <p:nvPr/>
          </p:nvCxnSpPr>
          <p:spPr>
            <a:xfrm>
              <a:off x="3492000" y="1656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マスの線 11"/>
            <p:cNvCxnSpPr/>
            <p:nvPr/>
          </p:nvCxnSpPr>
          <p:spPr>
            <a:xfrm>
              <a:off x="3780000" y="1656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マスの線 12"/>
            <p:cNvCxnSpPr/>
            <p:nvPr/>
          </p:nvCxnSpPr>
          <p:spPr>
            <a:xfrm>
              <a:off x="4068000" y="1656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マスの線 13"/>
            <p:cNvCxnSpPr/>
            <p:nvPr/>
          </p:nvCxnSpPr>
          <p:spPr>
            <a:xfrm>
              <a:off x="4356000" y="1656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マスの線 14"/>
            <p:cNvCxnSpPr/>
            <p:nvPr/>
          </p:nvCxnSpPr>
          <p:spPr>
            <a:xfrm>
              <a:off x="4644000" y="1656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マスの線 15"/>
            <p:cNvCxnSpPr/>
            <p:nvPr/>
          </p:nvCxnSpPr>
          <p:spPr>
            <a:xfrm>
              <a:off x="4932000" y="1656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マスの線 16"/>
            <p:cNvCxnSpPr/>
            <p:nvPr/>
          </p:nvCxnSpPr>
          <p:spPr>
            <a:xfrm>
              <a:off x="5220000" y="1656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マスの線 17"/>
            <p:cNvCxnSpPr/>
            <p:nvPr/>
          </p:nvCxnSpPr>
          <p:spPr>
            <a:xfrm>
              <a:off x="5508000" y="1656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マスの線 18"/>
            <p:cNvCxnSpPr/>
            <p:nvPr/>
          </p:nvCxnSpPr>
          <p:spPr>
            <a:xfrm>
              <a:off x="5796000" y="1656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マスの線 19"/>
            <p:cNvCxnSpPr/>
            <p:nvPr/>
          </p:nvCxnSpPr>
          <p:spPr>
            <a:xfrm>
              <a:off x="6084000" y="1656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マスの線 20"/>
            <p:cNvCxnSpPr/>
            <p:nvPr/>
          </p:nvCxnSpPr>
          <p:spPr>
            <a:xfrm>
              <a:off x="6372000" y="1656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マスの線 21"/>
            <p:cNvCxnSpPr/>
            <p:nvPr/>
          </p:nvCxnSpPr>
          <p:spPr>
            <a:xfrm>
              <a:off x="6660000" y="1656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4" name="4行目"/>
          <p:cNvGrpSpPr/>
          <p:nvPr/>
        </p:nvGrpSpPr>
        <p:grpSpPr>
          <a:xfrm>
            <a:off x="612000" y="2034000"/>
            <a:ext cx="6336000" cy="288000"/>
            <a:chOff x="612000" y="2034000"/>
            <a:chExt cx="6336000" cy="288000"/>
          </a:xfrm>
        </p:grpSpPr>
        <p:sp>
          <p:nvSpPr>
            <p:cNvPr id="75" name="外わく"/>
            <p:cNvSpPr/>
            <p:nvPr/>
          </p:nvSpPr>
          <p:spPr>
            <a:xfrm>
              <a:off x="612000" y="2034000"/>
              <a:ext cx="6336000" cy="288000"/>
            </a:xfrm>
            <a:prstGeom prst="rect">
              <a:avLst/>
            </a:prstGeom>
            <a:noFill/>
            <a:ln w="12579">
              <a:solidFill>
                <a:srgbClr val="6AA7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6" name="マスの線 1"/>
            <p:cNvCxnSpPr/>
            <p:nvPr/>
          </p:nvCxnSpPr>
          <p:spPr>
            <a:xfrm>
              <a:off x="900000" y="2034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マスの線 2"/>
            <p:cNvCxnSpPr/>
            <p:nvPr/>
          </p:nvCxnSpPr>
          <p:spPr>
            <a:xfrm>
              <a:off x="1188000" y="2034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マスの線 3"/>
            <p:cNvCxnSpPr/>
            <p:nvPr/>
          </p:nvCxnSpPr>
          <p:spPr>
            <a:xfrm>
              <a:off x="1476000" y="2034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マスの線 4"/>
            <p:cNvCxnSpPr/>
            <p:nvPr/>
          </p:nvCxnSpPr>
          <p:spPr>
            <a:xfrm>
              <a:off x="1764000" y="2034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マスの線 5"/>
            <p:cNvCxnSpPr/>
            <p:nvPr/>
          </p:nvCxnSpPr>
          <p:spPr>
            <a:xfrm>
              <a:off x="2052000" y="2034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マスの線 6"/>
            <p:cNvCxnSpPr/>
            <p:nvPr/>
          </p:nvCxnSpPr>
          <p:spPr>
            <a:xfrm>
              <a:off x="2340000" y="2034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マスの線 7"/>
            <p:cNvCxnSpPr/>
            <p:nvPr/>
          </p:nvCxnSpPr>
          <p:spPr>
            <a:xfrm>
              <a:off x="2628000" y="2034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マスの線 8"/>
            <p:cNvCxnSpPr/>
            <p:nvPr/>
          </p:nvCxnSpPr>
          <p:spPr>
            <a:xfrm>
              <a:off x="2916000" y="2034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マスの線 9"/>
            <p:cNvCxnSpPr/>
            <p:nvPr/>
          </p:nvCxnSpPr>
          <p:spPr>
            <a:xfrm>
              <a:off x="3204000" y="2034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マスの線 10"/>
            <p:cNvCxnSpPr/>
            <p:nvPr/>
          </p:nvCxnSpPr>
          <p:spPr>
            <a:xfrm>
              <a:off x="3492000" y="2034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マスの線 11"/>
            <p:cNvCxnSpPr/>
            <p:nvPr/>
          </p:nvCxnSpPr>
          <p:spPr>
            <a:xfrm>
              <a:off x="3780000" y="2034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マスの線 12"/>
            <p:cNvCxnSpPr/>
            <p:nvPr/>
          </p:nvCxnSpPr>
          <p:spPr>
            <a:xfrm>
              <a:off x="4068000" y="2034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マスの線 13"/>
            <p:cNvCxnSpPr/>
            <p:nvPr/>
          </p:nvCxnSpPr>
          <p:spPr>
            <a:xfrm>
              <a:off x="4356000" y="2034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マスの線 14"/>
            <p:cNvCxnSpPr/>
            <p:nvPr/>
          </p:nvCxnSpPr>
          <p:spPr>
            <a:xfrm>
              <a:off x="4644000" y="2034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マスの線 15"/>
            <p:cNvCxnSpPr/>
            <p:nvPr/>
          </p:nvCxnSpPr>
          <p:spPr>
            <a:xfrm>
              <a:off x="4932000" y="2034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マスの線 16"/>
            <p:cNvCxnSpPr/>
            <p:nvPr/>
          </p:nvCxnSpPr>
          <p:spPr>
            <a:xfrm>
              <a:off x="5220000" y="2034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マスの線 17"/>
            <p:cNvCxnSpPr/>
            <p:nvPr/>
          </p:nvCxnSpPr>
          <p:spPr>
            <a:xfrm>
              <a:off x="5508000" y="2034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マスの線 18"/>
            <p:cNvCxnSpPr/>
            <p:nvPr/>
          </p:nvCxnSpPr>
          <p:spPr>
            <a:xfrm>
              <a:off x="5796000" y="2034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マスの線 19"/>
            <p:cNvCxnSpPr/>
            <p:nvPr/>
          </p:nvCxnSpPr>
          <p:spPr>
            <a:xfrm>
              <a:off x="6084000" y="2034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マスの線 20"/>
            <p:cNvCxnSpPr/>
            <p:nvPr/>
          </p:nvCxnSpPr>
          <p:spPr>
            <a:xfrm>
              <a:off x="6372000" y="2034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マスの線 21"/>
            <p:cNvCxnSpPr/>
            <p:nvPr/>
          </p:nvCxnSpPr>
          <p:spPr>
            <a:xfrm>
              <a:off x="6660000" y="2034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7" name="5行目"/>
          <p:cNvGrpSpPr/>
          <p:nvPr/>
        </p:nvGrpSpPr>
        <p:grpSpPr>
          <a:xfrm>
            <a:off x="612000" y="2412000"/>
            <a:ext cx="6336000" cy="288000"/>
            <a:chOff x="612000" y="2412000"/>
            <a:chExt cx="6336000" cy="288000"/>
          </a:xfrm>
        </p:grpSpPr>
        <p:sp>
          <p:nvSpPr>
            <p:cNvPr id="98" name="外わく"/>
            <p:cNvSpPr/>
            <p:nvPr/>
          </p:nvSpPr>
          <p:spPr>
            <a:xfrm>
              <a:off x="612000" y="2412000"/>
              <a:ext cx="6336000" cy="288000"/>
            </a:xfrm>
            <a:prstGeom prst="rect">
              <a:avLst/>
            </a:prstGeom>
            <a:noFill/>
            <a:ln w="12579">
              <a:solidFill>
                <a:srgbClr val="6AA7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99" name="マスの線 1"/>
            <p:cNvCxnSpPr/>
            <p:nvPr/>
          </p:nvCxnSpPr>
          <p:spPr>
            <a:xfrm>
              <a:off x="900000" y="2412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マスの線 2"/>
            <p:cNvCxnSpPr/>
            <p:nvPr/>
          </p:nvCxnSpPr>
          <p:spPr>
            <a:xfrm>
              <a:off x="1188000" y="2412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マスの線 3"/>
            <p:cNvCxnSpPr/>
            <p:nvPr/>
          </p:nvCxnSpPr>
          <p:spPr>
            <a:xfrm>
              <a:off x="1476000" y="2412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マスの線 4"/>
            <p:cNvCxnSpPr/>
            <p:nvPr/>
          </p:nvCxnSpPr>
          <p:spPr>
            <a:xfrm>
              <a:off x="1764000" y="2412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マスの線 5"/>
            <p:cNvCxnSpPr/>
            <p:nvPr/>
          </p:nvCxnSpPr>
          <p:spPr>
            <a:xfrm>
              <a:off x="2052000" y="2412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マスの線 6"/>
            <p:cNvCxnSpPr/>
            <p:nvPr/>
          </p:nvCxnSpPr>
          <p:spPr>
            <a:xfrm>
              <a:off x="2340000" y="2412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マスの線 7"/>
            <p:cNvCxnSpPr/>
            <p:nvPr/>
          </p:nvCxnSpPr>
          <p:spPr>
            <a:xfrm>
              <a:off x="2628000" y="2412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マスの線 8"/>
            <p:cNvCxnSpPr/>
            <p:nvPr/>
          </p:nvCxnSpPr>
          <p:spPr>
            <a:xfrm>
              <a:off x="2916000" y="2412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マスの線 9"/>
            <p:cNvCxnSpPr/>
            <p:nvPr/>
          </p:nvCxnSpPr>
          <p:spPr>
            <a:xfrm>
              <a:off x="3204000" y="2412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マスの線 10"/>
            <p:cNvCxnSpPr/>
            <p:nvPr/>
          </p:nvCxnSpPr>
          <p:spPr>
            <a:xfrm>
              <a:off x="3492000" y="2412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マスの線 11"/>
            <p:cNvCxnSpPr/>
            <p:nvPr/>
          </p:nvCxnSpPr>
          <p:spPr>
            <a:xfrm>
              <a:off x="3780000" y="2412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マスの線 12"/>
            <p:cNvCxnSpPr/>
            <p:nvPr/>
          </p:nvCxnSpPr>
          <p:spPr>
            <a:xfrm>
              <a:off x="4068000" y="2412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マスの線 13"/>
            <p:cNvCxnSpPr/>
            <p:nvPr/>
          </p:nvCxnSpPr>
          <p:spPr>
            <a:xfrm>
              <a:off x="4356000" y="2412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マスの線 14"/>
            <p:cNvCxnSpPr/>
            <p:nvPr/>
          </p:nvCxnSpPr>
          <p:spPr>
            <a:xfrm>
              <a:off x="4644000" y="2412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マスの線 15"/>
            <p:cNvCxnSpPr/>
            <p:nvPr/>
          </p:nvCxnSpPr>
          <p:spPr>
            <a:xfrm>
              <a:off x="4932000" y="2412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マスの線 16"/>
            <p:cNvCxnSpPr/>
            <p:nvPr/>
          </p:nvCxnSpPr>
          <p:spPr>
            <a:xfrm>
              <a:off x="5220000" y="2412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マスの線 17"/>
            <p:cNvCxnSpPr/>
            <p:nvPr/>
          </p:nvCxnSpPr>
          <p:spPr>
            <a:xfrm>
              <a:off x="5508000" y="2412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マスの線 18"/>
            <p:cNvCxnSpPr/>
            <p:nvPr/>
          </p:nvCxnSpPr>
          <p:spPr>
            <a:xfrm>
              <a:off x="5796000" y="2412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マスの線 19"/>
            <p:cNvCxnSpPr/>
            <p:nvPr/>
          </p:nvCxnSpPr>
          <p:spPr>
            <a:xfrm>
              <a:off x="6084000" y="2412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マスの線 20"/>
            <p:cNvCxnSpPr/>
            <p:nvPr/>
          </p:nvCxnSpPr>
          <p:spPr>
            <a:xfrm>
              <a:off x="6372000" y="2412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マスの線 21"/>
            <p:cNvCxnSpPr/>
            <p:nvPr/>
          </p:nvCxnSpPr>
          <p:spPr>
            <a:xfrm>
              <a:off x="6660000" y="2412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0" name="6行目"/>
          <p:cNvGrpSpPr/>
          <p:nvPr/>
        </p:nvGrpSpPr>
        <p:grpSpPr>
          <a:xfrm>
            <a:off x="612000" y="2790000"/>
            <a:ext cx="6336000" cy="288000"/>
            <a:chOff x="612000" y="2790000"/>
            <a:chExt cx="6336000" cy="288000"/>
          </a:xfrm>
        </p:grpSpPr>
        <p:sp>
          <p:nvSpPr>
            <p:cNvPr id="121" name="外わく"/>
            <p:cNvSpPr/>
            <p:nvPr/>
          </p:nvSpPr>
          <p:spPr>
            <a:xfrm>
              <a:off x="612000" y="2790000"/>
              <a:ext cx="6336000" cy="288000"/>
            </a:xfrm>
            <a:prstGeom prst="rect">
              <a:avLst/>
            </a:prstGeom>
            <a:noFill/>
            <a:ln w="12579">
              <a:solidFill>
                <a:srgbClr val="6AA7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22" name="マスの線 1"/>
            <p:cNvCxnSpPr/>
            <p:nvPr/>
          </p:nvCxnSpPr>
          <p:spPr>
            <a:xfrm>
              <a:off x="900000" y="2790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マスの線 2"/>
            <p:cNvCxnSpPr/>
            <p:nvPr/>
          </p:nvCxnSpPr>
          <p:spPr>
            <a:xfrm>
              <a:off x="1188000" y="2790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マスの線 3"/>
            <p:cNvCxnSpPr/>
            <p:nvPr/>
          </p:nvCxnSpPr>
          <p:spPr>
            <a:xfrm>
              <a:off x="1476000" y="2790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マスの線 4"/>
            <p:cNvCxnSpPr/>
            <p:nvPr/>
          </p:nvCxnSpPr>
          <p:spPr>
            <a:xfrm>
              <a:off x="1764000" y="2790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マスの線 5"/>
            <p:cNvCxnSpPr/>
            <p:nvPr/>
          </p:nvCxnSpPr>
          <p:spPr>
            <a:xfrm>
              <a:off x="2052000" y="2790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マスの線 6"/>
            <p:cNvCxnSpPr/>
            <p:nvPr/>
          </p:nvCxnSpPr>
          <p:spPr>
            <a:xfrm>
              <a:off x="2340000" y="2790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マスの線 7"/>
            <p:cNvCxnSpPr/>
            <p:nvPr/>
          </p:nvCxnSpPr>
          <p:spPr>
            <a:xfrm>
              <a:off x="2628000" y="2790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マスの線 8"/>
            <p:cNvCxnSpPr/>
            <p:nvPr/>
          </p:nvCxnSpPr>
          <p:spPr>
            <a:xfrm>
              <a:off x="2916000" y="2790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マスの線 9"/>
            <p:cNvCxnSpPr/>
            <p:nvPr/>
          </p:nvCxnSpPr>
          <p:spPr>
            <a:xfrm>
              <a:off x="3204000" y="2790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マスの線 10"/>
            <p:cNvCxnSpPr/>
            <p:nvPr/>
          </p:nvCxnSpPr>
          <p:spPr>
            <a:xfrm>
              <a:off x="3492000" y="2790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マスの線 11"/>
            <p:cNvCxnSpPr/>
            <p:nvPr/>
          </p:nvCxnSpPr>
          <p:spPr>
            <a:xfrm>
              <a:off x="3780000" y="2790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マスの線 12"/>
            <p:cNvCxnSpPr/>
            <p:nvPr/>
          </p:nvCxnSpPr>
          <p:spPr>
            <a:xfrm>
              <a:off x="4068000" y="2790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マスの線 13"/>
            <p:cNvCxnSpPr/>
            <p:nvPr/>
          </p:nvCxnSpPr>
          <p:spPr>
            <a:xfrm>
              <a:off x="4356000" y="2790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マスの線 14"/>
            <p:cNvCxnSpPr/>
            <p:nvPr/>
          </p:nvCxnSpPr>
          <p:spPr>
            <a:xfrm>
              <a:off x="4644000" y="2790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マスの線 15"/>
            <p:cNvCxnSpPr/>
            <p:nvPr/>
          </p:nvCxnSpPr>
          <p:spPr>
            <a:xfrm>
              <a:off x="4932000" y="2790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マスの線 16"/>
            <p:cNvCxnSpPr/>
            <p:nvPr/>
          </p:nvCxnSpPr>
          <p:spPr>
            <a:xfrm>
              <a:off x="5220000" y="2790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マスの線 17"/>
            <p:cNvCxnSpPr/>
            <p:nvPr/>
          </p:nvCxnSpPr>
          <p:spPr>
            <a:xfrm>
              <a:off x="5508000" y="2790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マスの線 18"/>
            <p:cNvCxnSpPr/>
            <p:nvPr/>
          </p:nvCxnSpPr>
          <p:spPr>
            <a:xfrm>
              <a:off x="5796000" y="2790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マスの線 19"/>
            <p:cNvCxnSpPr/>
            <p:nvPr/>
          </p:nvCxnSpPr>
          <p:spPr>
            <a:xfrm>
              <a:off x="6084000" y="2790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マスの線 20"/>
            <p:cNvCxnSpPr/>
            <p:nvPr/>
          </p:nvCxnSpPr>
          <p:spPr>
            <a:xfrm>
              <a:off x="6372000" y="2790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マスの線 21"/>
            <p:cNvCxnSpPr/>
            <p:nvPr/>
          </p:nvCxnSpPr>
          <p:spPr>
            <a:xfrm>
              <a:off x="6660000" y="2790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3" name="7行目"/>
          <p:cNvGrpSpPr/>
          <p:nvPr/>
        </p:nvGrpSpPr>
        <p:grpSpPr>
          <a:xfrm>
            <a:off x="612000" y="3168000"/>
            <a:ext cx="6336000" cy="288000"/>
            <a:chOff x="612000" y="3168000"/>
            <a:chExt cx="6336000" cy="288000"/>
          </a:xfrm>
        </p:grpSpPr>
        <p:sp>
          <p:nvSpPr>
            <p:cNvPr id="144" name="外わく"/>
            <p:cNvSpPr/>
            <p:nvPr/>
          </p:nvSpPr>
          <p:spPr>
            <a:xfrm>
              <a:off x="612000" y="3168000"/>
              <a:ext cx="6336000" cy="288000"/>
            </a:xfrm>
            <a:prstGeom prst="rect">
              <a:avLst/>
            </a:prstGeom>
            <a:noFill/>
            <a:ln w="12579">
              <a:solidFill>
                <a:srgbClr val="6AA7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45" name="マスの線 1"/>
            <p:cNvCxnSpPr/>
            <p:nvPr/>
          </p:nvCxnSpPr>
          <p:spPr>
            <a:xfrm>
              <a:off x="900000" y="3168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マスの線 2"/>
            <p:cNvCxnSpPr/>
            <p:nvPr/>
          </p:nvCxnSpPr>
          <p:spPr>
            <a:xfrm>
              <a:off x="1188000" y="3168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マスの線 3"/>
            <p:cNvCxnSpPr/>
            <p:nvPr/>
          </p:nvCxnSpPr>
          <p:spPr>
            <a:xfrm>
              <a:off x="1476000" y="3168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マスの線 4"/>
            <p:cNvCxnSpPr/>
            <p:nvPr/>
          </p:nvCxnSpPr>
          <p:spPr>
            <a:xfrm>
              <a:off x="1764000" y="3168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マスの線 5"/>
            <p:cNvCxnSpPr/>
            <p:nvPr/>
          </p:nvCxnSpPr>
          <p:spPr>
            <a:xfrm>
              <a:off x="2052000" y="3168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マスの線 6"/>
            <p:cNvCxnSpPr/>
            <p:nvPr/>
          </p:nvCxnSpPr>
          <p:spPr>
            <a:xfrm>
              <a:off x="2340000" y="3168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マスの線 7"/>
            <p:cNvCxnSpPr/>
            <p:nvPr/>
          </p:nvCxnSpPr>
          <p:spPr>
            <a:xfrm>
              <a:off x="2628000" y="3168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マスの線 8"/>
            <p:cNvCxnSpPr/>
            <p:nvPr/>
          </p:nvCxnSpPr>
          <p:spPr>
            <a:xfrm>
              <a:off x="2916000" y="3168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マスの線 9"/>
            <p:cNvCxnSpPr/>
            <p:nvPr/>
          </p:nvCxnSpPr>
          <p:spPr>
            <a:xfrm>
              <a:off x="3204000" y="3168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マスの線 10"/>
            <p:cNvCxnSpPr/>
            <p:nvPr/>
          </p:nvCxnSpPr>
          <p:spPr>
            <a:xfrm>
              <a:off x="3492000" y="3168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マスの線 11"/>
            <p:cNvCxnSpPr/>
            <p:nvPr/>
          </p:nvCxnSpPr>
          <p:spPr>
            <a:xfrm>
              <a:off x="3780000" y="3168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マスの線 12"/>
            <p:cNvCxnSpPr/>
            <p:nvPr/>
          </p:nvCxnSpPr>
          <p:spPr>
            <a:xfrm>
              <a:off x="4068000" y="3168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マスの線 13"/>
            <p:cNvCxnSpPr/>
            <p:nvPr/>
          </p:nvCxnSpPr>
          <p:spPr>
            <a:xfrm>
              <a:off x="4356000" y="3168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マスの線 14"/>
            <p:cNvCxnSpPr/>
            <p:nvPr/>
          </p:nvCxnSpPr>
          <p:spPr>
            <a:xfrm>
              <a:off x="4644000" y="3168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マスの線 15"/>
            <p:cNvCxnSpPr/>
            <p:nvPr/>
          </p:nvCxnSpPr>
          <p:spPr>
            <a:xfrm>
              <a:off x="4932000" y="3168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マスの線 16"/>
            <p:cNvCxnSpPr/>
            <p:nvPr/>
          </p:nvCxnSpPr>
          <p:spPr>
            <a:xfrm>
              <a:off x="5220000" y="3168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マスの線 17"/>
            <p:cNvCxnSpPr/>
            <p:nvPr/>
          </p:nvCxnSpPr>
          <p:spPr>
            <a:xfrm>
              <a:off x="5508000" y="3168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マスの線 18"/>
            <p:cNvCxnSpPr/>
            <p:nvPr/>
          </p:nvCxnSpPr>
          <p:spPr>
            <a:xfrm>
              <a:off x="5796000" y="3168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マスの線 19"/>
            <p:cNvCxnSpPr/>
            <p:nvPr/>
          </p:nvCxnSpPr>
          <p:spPr>
            <a:xfrm>
              <a:off x="6084000" y="3168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マスの線 20"/>
            <p:cNvCxnSpPr/>
            <p:nvPr/>
          </p:nvCxnSpPr>
          <p:spPr>
            <a:xfrm>
              <a:off x="6372000" y="3168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マスの線 21"/>
            <p:cNvCxnSpPr/>
            <p:nvPr/>
          </p:nvCxnSpPr>
          <p:spPr>
            <a:xfrm>
              <a:off x="6660000" y="3168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6" name="8行目"/>
          <p:cNvGrpSpPr/>
          <p:nvPr/>
        </p:nvGrpSpPr>
        <p:grpSpPr>
          <a:xfrm>
            <a:off x="612000" y="3546000"/>
            <a:ext cx="6336000" cy="288000"/>
            <a:chOff x="612000" y="3546000"/>
            <a:chExt cx="6336000" cy="288000"/>
          </a:xfrm>
        </p:grpSpPr>
        <p:sp>
          <p:nvSpPr>
            <p:cNvPr id="167" name="外わく"/>
            <p:cNvSpPr/>
            <p:nvPr/>
          </p:nvSpPr>
          <p:spPr>
            <a:xfrm>
              <a:off x="612000" y="3546000"/>
              <a:ext cx="6336000" cy="288000"/>
            </a:xfrm>
            <a:prstGeom prst="rect">
              <a:avLst/>
            </a:prstGeom>
            <a:noFill/>
            <a:ln w="12579">
              <a:solidFill>
                <a:srgbClr val="6AA7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68" name="マスの線 1"/>
            <p:cNvCxnSpPr/>
            <p:nvPr/>
          </p:nvCxnSpPr>
          <p:spPr>
            <a:xfrm>
              <a:off x="900000" y="3546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マスの線 2"/>
            <p:cNvCxnSpPr/>
            <p:nvPr/>
          </p:nvCxnSpPr>
          <p:spPr>
            <a:xfrm>
              <a:off x="1188000" y="3546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マスの線 3"/>
            <p:cNvCxnSpPr/>
            <p:nvPr/>
          </p:nvCxnSpPr>
          <p:spPr>
            <a:xfrm>
              <a:off x="1476000" y="3546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マスの線 4"/>
            <p:cNvCxnSpPr/>
            <p:nvPr/>
          </p:nvCxnSpPr>
          <p:spPr>
            <a:xfrm>
              <a:off x="1764000" y="3546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マスの線 5"/>
            <p:cNvCxnSpPr/>
            <p:nvPr/>
          </p:nvCxnSpPr>
          <p:spPr>
            <a:xfrm>
              <a:off x="2052000" y="3546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マスの線 6"/>
            <p:cNvCxnSpPr/>
            <p:nvPr/>
          </p:nvCxnSpPr>
          <p:spPr>
            <a:xfrm>
              <a:off x="2340000" y="3546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マスの線 7"/>
            <p:cNvCxnSpPr/>
            <p:nvPr/>
          </p:nvCxnSpPr>
          <p:spPr>
            <a:xfrm>
              <a:off x="2628000" y="3546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マスの線 8"/>
            <p:cNvCxnSpPr/>
            <p:nvPr/>
          </p:nvCxnSpPr>
          <p:spPr>
            <a:xfrm>
              <a:off x="2916000" y="3546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マスの線 9"/>
            <p:cNvCxnSpPr/>
            <p:nvPr/>
          </p:nvCxnSpPr>
          <p:spPr>
            <a:xfrm>
              <a:off x="3204000" y="3546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マスの線 10"/>
            <p:cNvCxnSpPr/>
            <p:nvPr/>
          </p:nvCxnSpPr>
          <p:spPr>
            <a:xfrm>
              <a:off x="3492000" y="3546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マスの線 11"/>
            <p:cNvCxnSpPr/>
            <p:nvPr/>
          </p:nvCxnSpPr>
          <p:spPr>
            <a:xfrm>
              <a:off x="3780000" y="3546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マスの線 12"/>
            <p:cNvCxnSpPr/>
            <p:nvPr/>
          </p:nvCxnSpPr>
          <p:spPr>
            <a:xfrm>
              <a:off x="4068000" y="3546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マスの線 13"/>
            <p:cNvCxnSpPr/>
            <p:nvPr/>
          </p:nvCxnSpPr>
          <p:spPr>
            <a:xfrm>
              <a:off x="4356000" y="3546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マスの線 14"/>
            <p:cNvCxnSpPr/>
            <p:nvPr/>
          </p:nvCxnSpPr>
          <p:spPr>
            <a:xfrm>
              <a:off x="4644000" y="3546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マスの線 15"/>
            <p:cNvCxnSpPr/>
            <p:nvPr/>
          </p:nvCxnSpPr>
          <p:spPr>
            <a:xfrm>
              <a:off x="4932000" y="3546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マスの線 16"/>
            <p:cNvCxnSpPr/>
            <p:nvPr/>
          </p:nvCxnSpPr>
          <p:spPr>
            <a:xfrm>
              <a:off x="5220000" y="3546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マスの線 17"/>
            <p:cNvCxnSpPr/>
            <p:nvPr/>
          </p:nvCxnSpPr>
          <p:spPr>
            <a:xfrm>
              <a:off x="5508000" y="3546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マスの線 18"/>
            <p:cNvCxnSpPr/>
            <p:nvPr/>
          </p:nvCxnSpPr>
          <p:spPr>
            <a:xfrm>
              <a:off x="5796000" y="3546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マスの線 19"/>
            <p:cNvCxnSpPr/>
            <p:nvPr/>
          </p:nvCxnSpPr>
          <p:spPr>
            <a:xfrm>
              <a:off x="6084000" y="3546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マスの線 20"/>
            <p:cNvCxnSpPr/>
            <p:nvPr/>
          </p:nvCxnSpPr>
          <p:spPr>
            <a:xfrm>
              <a:off x="6372000" y="3546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マスの線 21"/>
            <p:cNvCxnSpPr/>
            <p:nvPr/>
          </p:nvCxnSpPr>
          <p:spPr>
            <a:xfrm>
              <a:off x="6660000" y="3546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9" name="9行目"/>
          <p:cNvGrpSpPr/>
          <p:nvPr/>
        </p:nvGrpSpPr>
        <p:grpSpPr>
          <a:xfrm>
            <a:off x="612000" y="3924000"/>
            <a:ext cx="6336000" cy="288000"/>
            <a:chOff x="612000" y="3924000"/>
            <a:chExt cx="6336000" cy="288000"/>
          </a:xfrm>
        </p:grpSpPr>
        <p:sp>
          <p:nvSpPr>
            <p:cNvPr id="190" name="外わく"/>
            <p:cNvSpPr/>
            <p:nvPr/>
          </p:nvSpPr>
          <p:spPr>
            <a:xfrm>
              <a:off x="612000" y="3924000"/>
              <a:ext cx="6336000" cy="288000"/>
            </a:xfrm>
            <a:prstGeom prst="rect">
              <a:avLst/>
            </a:prstGeom>
            <a:noFill/>
            <a:ln w="12579">
              <a:solidFill>
                <a:srgbClr val="6AA7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91" name="マスの線 1"/>
            <p:cNvCxnSpPr/>
            <p:nvPr/>
          </p:nvCxnSpPr>
          <p:spPr>
            <a:xfrm>
              <a:off x="900000" y="3924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マスの線 2"/>
            <p:cNvCxnSpPr/>
            <p:nvPr/>
          </p:nvCxnSpPr>
          <p:spPr>
            <a:xfrm>
              <a:off x="1188000" y="3924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マスの線 3"/>
            <p:cNvCxnSpPr/>
            <p:nvPr/>
          </p:nvCxnSpPr>
          <p:spPr>
            <a:xfrm>
              <a:off x="1476000" y="3924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マスの線 4"/>
            <p:cNvCxnSpPr/>
            <p:nvPr/>
          </p:nvCxnSpPr>
          <p:spPr>
            <a:xfrm>
              <a:off x="1764000" y="3924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マスの線 5"/>
            <p:cNvCxnSpPr/>
            <p:nvPr/>
          </p:nvCxnSpPr>
          <p:spPr>
            <a:xfrm>
              <a:off x="2052000" y="3924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マスの線 6"/>
            <p:cNvCxnSpPr/>
            <p:nvPr/>
          </p:nvCxnSpPr>
          <p:spPr>
            <a:xfrm>
              <a:off x="2340000" y="3924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マスの線 7"/>
            <p:cNvCxnSpPr/>
            <p:nvPr/>
          </p:nvCxnSpPr>
          <p:spPr>
            <a:xfrm>
              <a:off x="2628000" y="3924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マスの線 8"/>
            <p:cNvCxnSpPr/>
            <p:nvPr/>
          </p:nvCxnSpPr>
          <p:spPr>
            <a:xfrm>
              <a:off x="2916000" y="3924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マスの線 9"/>
            <p:cNvCxnSpPr/>
            <p:nvPr/>
          </p:nvCxnSpPr>
          <p:spPr>
            <a:xfrm>
              <a:off x="3204000" y="3924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マスの線 10"/>
            <p:cNvCxnSpPr/>
            <p:nvPr/>
          </p:nvCxnSpPr>
          <p:spPr>
            <a:xfrm>
              <a:off x="3492000" y="3924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マスの線 11"/>
            <p:cNvCxnSpPr/>
            <p:nvPr/>
          </p:nvCxnSpPr>
          <p:spPr>
            <a:xfrm>
              <a:off x="3780000" y="3924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マスの線 12"/>
            <p:cNvCxnSpPr/>
            <p:nvPr/>
          </p:nvCxnSpPr>
          <p:spPr>
            <a:xfrm>
              <a:off x="4068000" y="3924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マスの線 13"/>
            <p:cNvCxnSpPr/>
            <p:nvPr/>
          </p:nvCxnSpPr>
          <p:spPr>
            <a:xfrm>
              <a:off x="4356000" y="3924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マスの線 14"/>
            <p:cNvCxnSpPr/>
            <p:nvPr/>
          </p:nvCxnSpPr>
          <p:spPr>
            <a:xfrm>
              <a:off x="4644000" y="3924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マスの線 15"/>
            <p:cNvCxnSpPr/>
            <p:nvPr/>
          </p:nvCxnSpPr>
          <p:spPr>
            <a:xfrm>
              <a:off x="4932000" y="3924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マスの線 16"/>
            <p:cNvCxnSpPr/>
            <p:nvPr/>
          </p:nvCxnSpPr>
          <p:spPr>
            <a:xfrm>
              <a:off x="5220000" y="3924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マスの線 17"/>
            <p:cNvCxnSpPr/>
            <p:nvPr/>
          </p:nvCxnSpPr>
          <p:spPr>
            <a:xfrm>
              <a:off x="5508000" y="3924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マスの線 18"/>
            <p:cNvCxnSpPr/>
            <p:nvPr/>
          </p:nvCxnSpPr>
          <p:spPr>
            <a:xfrm>
              <a:off x="5796000" y="3924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マスの線 19"/>
            <p:cNvCxnSpPr/>
            <p:nvPr/>
          </p:nvCxnSpPr>
          <p:spPr>
            <a:xfrm>
              <a:off x="6084000" y="3924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マスの線 20"/>
            <p:cNvCxnSpPr/>
            <p:nvPr/>
          </p:nvCxnSpPr>
          <p:spPr>
            <a:xfrm>
              <a:off x="6372000" y="3924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マスの線 21"/>
            <p:cNvCxnSpPr/>
            <p:nvPr/>
          </p:nvCxnSpPr>
          <p:spPr>
            <a:xfrm>
              <a:off x="6660000" y="3924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2" name="10行目"/>
          <p:cNvGrpSpPr/>
          <p:nvPr/>
        </p:nvGrpSpPr>
        <p:grpSpPr>
          <a:xfrm>
            <a:off x="612000" y="4302000"/>
            <a:ext cx="6336000" cy="288000"/>
            <a:chOff x="612000" y="4302000"/>
            <a:chExt cx="6336000" cy="288000"/>
          </a:xfrm>
        </p:grpSpPr>
        <p:sp>
          <p:nvSpPr>
            <p:cNvPr id="213" name="外わく"/>
            <p:cNvSpPr/>
            <p:nvPr/>
          </p:nvSpPr>
          <p:spPr>
            <a:xfrm>
              <a:off x="612000" y="4302000"/>
              <a:ext cx="6336000" cy="288000"/>
            </a:xfrm>
            <a:prstGeom prst="rect">
              <a:avLst/>
            </a:prstGeom>
            <a:noFill/>
            <a:ln w="12579">
              <a:solidFill>
                <a:srgbClr val="6AA7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14" name="マスの線 1"/>
            <p:cNvCxnSpPr/>
            <p:nvPr/>
          </p:nvCxnSpPr>
          <p:spPr>
            <a:xfrm>
              <a:off x="900000" y="4302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マスの線 2"/>
            <p:cNvCxnSpPr/>
            <p:nvPr/>
          </p:nvCxnSpPr>
          <p:spPr>
            <a:xfrm>
              <a:off x="1188000" y="4302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マスの線 3"/>
            <p:cNvCxnSpPr/>
            <p:nvPr/>
          </p:nvCxnSpPr>
          <p:spPr>
            <a:xfrm>
              <a:off x="1476000" y="4302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マスの線 4"/>
            <p:cNvCxnSpPr/>
            <p:nvPr/>
          </p:nvCxnSpPr>
          <p:spPr>
            <a:xfrm>
              <a:off x="1764000" y="4302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マスの線 5"/>
            <p:cNvCxnSpPr/>
            <p:nvPr/>
          </p:nvCxnSpPr>
          <p:spPr>
            <a:xfrm>
              <a:off x="2052000" y="4302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マスの線 6"/>
            <p:cNvCxnSpPr/>
            <p:nvPr/>
          </p:nvCxnSpPr>
          <p:spPr>
            <a:xfrm>
              <a:off x="2340000" y="4302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マスの線 7"/>
            <p:cNvCxnSpPr/>
            <p:nvPr/>
          </p:nvCxnSpPr>
          <p:spPr>
            <a:xfrm>
              <a:off x="2628000" y="4302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マスの線 8"/>
            <p:cNvCxnSpPr/>
            <p:nvPr/>
          </p:nvCxnSpPr>
          <p:spPr>
            <a:xfrm>
              <a:off x="2916000" y="4302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マスの線 9"/>
            <p:cNvCxnSpPr/>
            <p:nvPr/>
          </p:nvCxnSpPr>
          <p:spPr>
            <a:xfrm>
              <a:off x="3204000" y="4302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マスの線 10"/>
            <p:cNvCxnSpPr/>
            <p:nvPr/>
          </p:nvCxnSpPr>
          <p:spPr>
            <a:xfrm>
              <a:off x="3492000" y="4302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マスの線 11"/>
            <p:cNvCxnSpPr/>
            <p:nvPr/>
          </p:nvCxnSpPr>
          <p:spPr>
            <a:xfrm>
              <a:off x="3780000" y="4302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マスの線 12"/>
            <p:cNvCxnSpPr/>
            <p:nvPr/>
          </p:nvCxnSpPr>
          <p:spPr>
            <a:xfrm>
              <a:off x="4068000" y="4302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マスの線 13"/>
            <p:cNvCxnSpPr/>
            <p:nvPr/>
          </p:nvCxnSpPr>
          <p:spPr>
            <a:xfrm>
              <a:off x="4356000" y="4302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マスの線 14"/>
            <p:cNvCxnSpPr/>
            <p:nvPr/>
          </p:nvCxnSpPr>
          <p:spPr>
            <a:xfrm>
              <a:off x="4644000" y="4302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マスの線 15"/>
            <p:cNvCxnSpPr/>
            <p:nvPr/>
          </p:nvCxnSpPr>
          <p:spPr>
            <a:xfrm>
              <a:off x="4932000" y="4302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マスの線 16"/>
            <p:cNvCxnSpPr/>
            <p:nvPr/>
          </p:nvCxnSpPr>
          <p:spPr>
            <a:xfrm>
              <a:off x="5220000" y="4302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マスの線 17"/>
            <p:cNvCxnSpPr/>
            <p:nvPr/>
          </p:nvCxnSpPr>
          <p:spPr>
            <a:xfrm>
              <a:off x="5508000" y="4302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マスの線 18"/>
            <p:cNvCxnSpPr/>
            <p:nvPr/>
          </p:nvCxnSpPr>
          <p:spPr>
            <a:xfrm>
              <a:off x="5796000" y="4302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マスの線 19"/>
            <p:cNvCxnSpPr/>
            <p:nvPr/>
          </p:nvCxnSpPr>
          <p:spPr>
            <a:xfrm>
              <a:off x="6084000" y="4302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マスの線 20"/>
            <p:cNvCxnSpPr/>
            <p:nvPr/>
          </p:nvCxnSpPr>
          <p:spPr>
            <a:xfrm>
              <a:off x="6372000" y="4302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マスの線 21"/>
            <p:cNvCxnSpPr/>
            <p:nvPr/>
          </p:nvCxnSpPr>
          <p:spPr>
            <a:xfrm>
              <a:off x="6660000" y="4302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5" name="11行目"/>
          <p:cNvGrpSpPr/>
          <p:nvPr/>
        </p:nvGrpSpPr>
        <p:grpSpPr>
          <a:xfrm>
            <a:off x="612000" y="4680000"/>
            <a:ext cx="6336000" cy="288000"/>
            <a:chOff x="612000" y="4680000"/>
            <a:chExt cx="6336000" cy="288000"/>
          </a:xfrm>
        </p:grpSpPr>
        <p:sp>
          <p:nvSpPr>
            <p:cNvPr id="236" name="外わく"/>
            <p:cNvSpPr/>
            <p:nvPr/>
          </p:nvSpPr>
          <p:spPr>
            <a:xfrm>
              <a:off x="612000" y="4680000"/>
              <a:ext cx="6336000" cy="288000"/>
            </a:xfrm>
            <a:prstGeom prst="rect">
              <a:avLst/>
            </a:prstGeom>
            <a:noFill/>
            <a:ln w="12579">
              <a:solidFill>
                <a:srgbClr val="6AA7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37" name="マスの線 1"/>
            <p:cNvCxnSpPr/>
            <p:nvPr/>
          </p:nvCxnSpPr>
          <p:spPr>
            <a:xfrm>
              <a:off x="900000" y="4680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マスの線 2"/>
            <p:cNvCxnSpPr/>
            <p:nvPr/>
          </p:nvCxnSpPr>
          <p:spPr>
            <a:xfrm>
              <a:off x="1188000" y="4680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マスの線 3"/>
            <p:cNvCxnSpPr/>
            <p:nvPr/>
          </p:nvCxnSpPr>
          <p:spPr>
            <a:xfrm>
              <a:off x="1476000" y="4680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マスの線 4"/>
            <p:cNvCxnSpPr/>
            <p:nvPr/>
          </p:nvCxnSpPr>
          <p:spPr>
            <a:xfrm>
              <a:off x="1764000" y="4680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マスの線 5"/>
            <p:cNvCxnSpPr/>
            <p:nvPr/>
          </p:nvCxnSpPr>
          <p:spPr>
            <a:xfrm>
              <a:off x="2052000" y="4680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マスの線 6"/>
            <p:cNvCxnSpPr/>
            <p:nvPr/>
          </p:nvCxnSpPr>
          <p:spPr>
            <a:xfrm>
              <a:off x="2340000" y="4680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マスの線 7"/>
            <p:cNvCxnSpPr/>
            <p:nvPr/>
          </p:nvCxnSpPr>
          <p:spPr>
            <a:xfrm>
              <a:off x="2628000" y="4680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マスの線 8"/>
            <p:cNvCxnSpPr/>
            <p:nvPr/>
          </p:nvCxnSpPr>
          <p:spPr>
            <a:xfrm>
              <a:off x="2916000" y="4680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マスの線 9"/>
            <p:cNvCxnSpPr/>
            <p:nvPr/>
          </p:nvCxnSpPr>
          <p:spPr>
            <a:xfrm>
              <a:off x="3204000" y="4680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マスの線 10"/>
            <p:cNvCxnSpPr/>
            <p:nvPr/>
          </p:nvCxnSpPr>
          <p:spPr>
            <a:xfrm>
              <a:off x="3492000" y="4680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マスの線 11"/>
            <p:cNvCxnSpPr/>
            <p:nvPr/>
          </p:nvCxnSpPr>
          <p:spPr>
            <a:xfrm>
              <a:off x="3780000" y="4680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マスの線 12"/>
            <p:cNvCxnSpPr/>
            <p:nvPr/>
          </p:nvCxnSpPr>
          <p:spPr>
            <a:xfrm>
              <a:off x="4068000" y="4680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マスの線 13"/>
            <p:cNvCxnSpPr/>
            <p:nvPr/>
          </p:nvCxnSpPr>
          <p:spPr>
            <a:xfrm>
              <a:off x="4356000" y="4680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マスの線 14"/>
            <p:cNvCxnSpPr/>
            <p:nvPr/>
          </p:nvCxnSpPr>
          <p:spPr>
            <a:xfrm>
              <a:off x="4644000" y="4680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マスの線 15"/>
            <p:cNvCxnSpPr/>
            <p:nvPr/>
          </p:nvCxnSpPr>
          <p:spPr>
            <a:xfrm>
              <a:off x="4932000" y="4680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マスの線 16"/>
            <p:cNvCxnSpPr/>
            <p:nvPr/>
          </p:nvCxnSpPr>
          <p:spPr>
            <a:xfrm>
              <a:off x="5220000" y="4680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マスの線 17"/>
            <p:cNvCxnSpPr/>
            <p:nvPr/>
          </p:nvCxnSpPr>
          <p:spPr>
            <a:xfrm>
              <a:off x="5508000" y="4680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マスの線 18"/>
            <p:cNvCxnSpPr/>
            <p:nvPr/>
          </p:nvCxnSpPr>
          <p:spPr>
            <a:xfrm>
              <a:off x="5796000" y="4680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マスの線 19"/>
            <p:cNvCxnSpPr/>
            <p:nvPr/>
          </p:nvCxnSpPr>
          <p:spPr>
            <a:xfrm>
              <a:off x="6084000" y="4680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マスの線 20"/>
            <p:cNvCxnSpPr/>
            <p:nvPr/>
          </p:nvCxnSpPr>
          <p:spPr>
            <a:xfrm>
              <a:off x="6372000" y="4680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マスの線 21"/>
            <p:cNvCxnSpPr/>
            <p:nvPr/>
          </p:nvCxnSpPr>
          <p:spPr>
            <a:xfrm>
              <a:off x="6660000" y="4680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8" name="12行目"/>
          <p:cNvGrpSpPr/>
          <p:nvPr/>
        </p:nvGrpSpPr>
        <p:grpSpPr>
          <a:xfrm>
            <a:off x="612000" y="5058000"/>
            <a:ext cx="6336000" cy="288000"/>
            <a:chOff x="612000" y="5058000"/>
            <a:chExt cx="6336000" cy="288000"/>
          </a:xfrm>
        </p:grpSpPr>
        <p:sp>
          <p:nvSpPr>
            <p:cNvPr id="259" name="外わく"/>
            <p:cNvSpPr/>
            <p:nvPr/>
          </p:nvSpPr>
          <p:spPr>
            <a:xfrm>
              <a:off x="612000" y="5058000"/>
              <a:ext cx="6336000" cy="288000"/>
            </a:xfrm>
            <a:prstGeom prst="rect">
              <a:avLst/>
            </a:prstGeom>
            <a:noFill/>
            <a:ln w="12579">
              <a:solidFill>
                <a:srgbClr val="6AA7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60" name="マスの線 1"/>
            <p:cNvCxnSpPr/>
            <p:nvPr/>
          </p:nvCxnSpPr>
          <p:spPr>
            <a:xfrm>
              <a:off x="900000" y="5058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マスの線 2"/>
            <p:cNvCxnSpPr/>
            <p:nvPr/>
          </p:nvCxnSpPr>
          <p:spPr>
            <a:xfrm>
              <a:off x="1188000" y="5058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マスの線 3"/>
            <p:cNvCxnSpPr/>
            <p:nvPr/>
          </p:nvCxnSpPr>
          <p:spPr>
            <a:xfrm>
              <a:off x="1476000" y="5058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マスの線 4"/>
            <p:cNvCxnSpPr/>
            <p:nvPr/>
          </p:nvCxnSpPr>
          <p:spPr>
            <a:xfrm>
              <a:off x="1764000" y="5058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マスの線 5"/>
            <p:cNvCxnSpPr/>
            <p:nvPr/>
          </p:nvCxnSpPr>
          <p:spPr>
            <a:xfrm>
              <a:off x="2052000" y="5058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マスの線 6"/>
            <p:cNvCxnSpPr/>
            <p:nvPr/>
          </p:nvCxnSpPr>
          <p:spPr>
            <a:xfrm>
              <a:off x="2340000" y="5058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マスの線 7"/>
            <p:cNvCxnSpPr/>
            <p:nvPr/>
          </p:nvCxnSpPr>
          <p:spPr>
            <a:xfrm>
              <a:off x="2628000" y="5058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マスの線 8"/>
            <p:cNvCxnSpPr/>
            <p:nvPr/>
          </p:nvCxnSpPr>
          <p:spPr>
            <a:xfrm>
              <a:off x="2916000" y="5058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マスの線 9"/>
            <p:cNvCxnSpPr/>
            <p:nvPr/>
          </p:nvCxnSpPr>
          <p:spPr>
            <a:xfrm>
              <a:off x="3204000" y="5058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マスの線 10"/>
            <p:cNvCxnSpPr/>
            <p:nvPr/>
          </p:nvCxnSpPr>
          <p:spPr>
            <a:xfrm>
              <a:off x="3492000" y="5058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マスの線 11"/>
            <p:cNvCxnSpPr/>
            <p:nvPr/>
          </p:nvCxnSpPr>
          <p:spPr>
            <a:xfrm>
              <a:off x="3780000" y="5058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マスの線 12"/>
            <p:cNvCxnSpPr/>
            <p:nvPr/>
          </p:nvCxnSpPr>
          <p:spPr>
            <a:xfrm>
              <a:off x="4068000" y="5058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マスの線 13"/>
            <p:cNvCxnSpPr/>
            <p:nvPr/>
          </p:nvCxnSpPr>
          <p:spPr>
            <a:xfrm>
              <a:off x="4356000" y="5058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マスの線 14"/>
            <p:cNvCxnSpPr/>
            <p:nvPr/>
          </p:nvCxnSpPr>
          <p:spPr>
            <a:xfrm>
              <a:off x="4644000" y="5058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マスの線 15"/>
            <p:cNvCxnSpPr/>
            <p:nvPr/>
          </p:nvCxnSpPr>
          <p:spPr>
            <a:xfrm>
              <a:off x="4932000" y="5058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マスの線 16"/>
            <p:cNvCxnSpPr/>
            <p:nvPr/>
          </p:nvCxnSpPr>
          <p:spPr>
            <a:xfrm>
              <a:off x="5220000" y="5058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マスの線 17"/>
            <p:cNvCxnSpPr/>
            <p:nvPr/>
          </p:nvCxnSpPr>
          <p:spPr>
            <a:xfrm>
              <a:off x="5508000" y="5058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マスの線 18"/>
            <p:cNvCxnSpPr/>
            <p:nvPr/>
          </p:nvCxnSpPr>
          <p:spPr>
            <a:xfrm>
              <a:off x="5796000" y="5058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マスの線 19"/>
            <p:cNvCxnSpPr/>
            <p:nvPr/>
          </p:nvCxnSpPr>
          <p:spPr>
            <a:xfrm>
              <a:off x="6084000" y="5058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マスの線 20"/>
            <p:cNvCxnSpPr/>
            <p:nvPr/>
          </p:nvCxnSpPr>
          <p:spPr>
            <a:xfrm>
              <a:off x="6372000" y="5058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マスの線 21"/>
            <p:cNvCxnSpPr/>
            <p:nvPr/>
          </p:nvCxnSpPr>
          <p:spPr>
            <a:xfrm>
              <a:off x="6660000" y="5058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1" name="13行目"/>
          <p:cNvGrpSpPr/>
          <p:nvPr/>
        </p:nvGrpSpPr>
        <p:grpSpPr>
          <a:xfrm>
            <a:off x="612000" y="5436000"/>
            <a:ext cx="6336000" cy="288000"/>
            <a:chOff x="612000" y="5436000"/>
            <a:chExt cx="6336000" cy="288000"/>
          </a:xfrm>
        </p:grpSpPr>
        <p:sp>
          <p:nvSpPr>
            <p:cNvPr id="282" name="外わく"/>
            <p:cNvSpPr/>
            <p:nvPr/>
          </p:nvSpPr>
          <p:spPr>
            <a:xfrm>
              <a:off x="612000" y="5436000"/>
              <a:ext cx="6336000" cy="288000"/>
            </a:xfrm>
            <a:prstGeom prst="rect">
              <a:avLst/>
            </a:prstGeom>
            <a:noFill/>
            <a:ln w="12579">
              <a:solidFill>
                <a:srgbClr val="6AA7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83" name="マスの線 1"/>
            <p:cNvCxnSpPr/>
            <p:nvPr/>
          </p:nvCxnSpPr>
          <p:spPr>
            <a:xfrm>
              <a:off x="900000" y="5436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マスの線 2"/>
            <p:cNvCxnSpPr/>
            <p:nvPr/>
          </p:nvCxnSpPr>
          <p:spPr>
            <a:xfrm>
              <a:off x="1188000" y="5436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マスの線 3"/>
            <p:cNvCxnSpPr/>
            <p:nvPr/>
          </p:nvCxnSpPr>
          <p:spPr>
            <a:xfrm>
              <a:off x="1476000" y="5436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マスの線 4"/>
            <p:cNvCxnSpPr/>
            <p:nvPr/>
          </p:nvCxnSpPr>
          <p:spPr>
            <a:xfrm>
              <a:off x="1764000" y="5436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マスの線 5"/>
            <p:cNvCxnSpPr/>
            <p:nvPr/>
          </p:nvCxnSpPr>
          <p:spPr>
            <a:xfrm>
              <a:off x="2052000" y="5436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マスの線 6"/>
            <p:cNvCxnSpPr/>
            <p:nvPr/>
          </p:nvCxnSpPr>
          <p:spPr>
            <a:xfrm>
              <a:off x="2340000" y="5436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マスの線 7"/>
            <p:cNvCxnSpPr/>
            <p:nvPr/>
          </p:nvCxnSpPr>
          <p:spPr>
            <a:xfrm>
              <a:off x="2628000" y="5436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マスの線 8"/>
            <p:cNvCxnSpPr/>
            <p:nvPr/>
          </p:nvCxnSpPr>
          <p:spPr>
            <a:xfrm>
              <a:off x="2916000" y="5436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マスの線 9"/>
            <p:cNvCxnSpPr/>
            <p:nvPr/>
          </p:nvCxnSpPr>
          <p:spPr>
            <a:xfrm>
              <a:off x="3204000" y="5436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マスの線 10"/>
            <p:cNvCxnSpPr/>
            <p:nvPr/>
          </p:nvCxnSpPr>
          <p:spPr>
            <a:xfrm>
              <a:off x="3492000" y="5436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マスの線 11"/>
            <p:cNvCxnSpPr/>
            <p:nvPr/>
          </p:nvCxnSpPr>
          <p:spPr>
            <a:xfrm>
              <a:off x="3780000" y="5436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マスの線 12"/>
            <p:cNvCxnSpPr/>
            <p:nvPr/>
          </p:nvCxnSpPr>
          <p:spPr>
            <a:xfrm>
              <a:off x="4068000" y="5436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マスの線 13"/>
            <p:cNvCxnSpPr/>
            <p:nvPr/>
          </p:nvCxnSpPr>
          <p:spPr>
            <a:xfrm>
              <a:off x="4356000" y="5436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マスの線 14"/>
            <p:cNvCxnSpPr/>
            <p:nvPr/>
          </p:nvCxnSpPr>
          <p:spPr>
            <a:xfrm>
              <a:off x="4644000" y="5436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マスの線 15"/>
            <p:cNvCxnSpPr/>
            <p:nvPr/>
          </p:nvCxnSpPr>
          <p:spPr>
            <a:xfrm>
              <a:off x="4932000" y="5436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マスの線 16"/>
            <p:cNvCxnSpPr/>
            <p:nvPr/>
          </p:nvCxnSpPr>
          <p:spPr>
            <a:xfrm>
              <a:off x="5220000" y="5436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マスの線 17"/>
            <p:cNvCxnSpPr/>
            <p:nvPr/>
          </p:nvCxnSpPr>
          <p:spPr>
            <a:xfrm>
              <a:off x="5508000" y="5436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マスの線 18"/>
            <p:cNvCxnSpPr/>
            <p:nvPr/>
          </p:nvCxnSpPr>
          <p:spPr>
            <a:xfrm>
              <a:off x="5796000" y="5436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マスの線 19"/>
            <p:cNvCxnSpPr/>
            <p:nvPr/>
          </p:nvCxnSpPr>
          <p:spPr>
            <a:xfrm>
              <a:off x="6084000" y="5436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マスの線 20"/>
            <p:cNvCxnSpPr/>
            <p:nvPr/>
          </p:nvCxnSpPr>
          <p:spPr>
            <a:xfrm>
              <a:off x="6372000" y="5436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マスの線 21"/>
            <p:cNvCxnSpPr/>
            <p:nvPr/>
          </p:nvCxnSpPr>
          <p:spPr>
            <a:xfrm>
              <a:off x="6660000" y="5436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4" name="14行目"/>
          <p:cNvGrpSpPr/>
          <p:nvPr/>
        </p:nvGrpSpPr>
        <p:grpSpPr>
          <a:xfrm>
            <a:off x="612000" y="5814000"/>
            <a:ext cx="6336000" cy="288000"/>
            <a:chOff x="612000" y="5814000"/>
            <a:chExt cx="6336000" cy="288000"/>
          </a:xfrm>
        </p:grpSpPr>
        <p:sp>
          <p:nvSpPr>
            <p:cNvPr id="305" name="外わく"/>
            <p:cNvSpPr/>
            <p:nvPr/>
          </p:nvSpPr>
          <p:spPr>
            <a:xfrm>
              <a:off x="612000" y="5814000"/>
              <a:ext cx="6336000" cy="288000"/>
            </a:xfrm>
            <a:prstGeom prst="rect">
              <a:avLst/>
            </a:prstGeom>
            <a:noFill/>
            <a:ln w="12579">
              <a:solidFill>
                <a:srgbClr val="6AA7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06" name="マスの線 1"/>
            <p:cNvCxnSpPr/>
            <p:nvPr/>
          </p:nvCxnSpPr>
          <p:spPr>
            <a:xfrm>
              <a:off x="900000" y="5814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マスの線 2"/>
            <p:cNvCxnSpPr/>
            <p:nvPr/>
          </p:nvCxnSpPr>
          <p:spPr>
            <a:xfrm>
              <a:off x="1188000" y="5814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マスの線 3"/>
            <p:cNvCxnSpPr/>
            <p:nvPr/>
          </p:nvCxnSpPr>
          <p:spPr>
            <a:xfrm>
              <a:off x="1476000" y="5814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マスの線 4"/>
            <p:cNvCxnSpPr/>
            <p:nvPr/>
          </p:nvCxnSpPr>
          <p:spPr>
            <a:xfrm>
              <a:off x="1764000" y="5814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マスの線 5"/>
            <p:cNvCxnSpPr/>
            <p:nvPr/>
          </p:nvCxnSpPr>
          <p:spPr>
            <a:xfrm>
              <a:off x="2052000" y="5814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マスの線 6"/>
            <p:cNvCxnSpPr/>
            <p:nvPr/>
          </p:nvCxnSpPr>
          <p:spPr>
            <a:xfrm>
              <a:off x="2340000" y="5814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マスの線 7"/>
            <p:cNvCxnSpPr/>
            <p:nvPr/>
          </p:nvCxnSpPr>
          <p:spPr>
            <a:xfrm>
              <a:off x="2628000" y="5814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マスの線 8"/>
            <p:cNvCxnSpPr/>
            <p:nvPr/>
          </p:nvCxnSpPr>
          <p:spPr>
            <a:xfrm>
              <a:off x="2916000" y="5814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マスの線 9"/>
            <p:cNvCxnSpPr/>
            <p:nvPr/>
          </p:nvCxnSpPr>
          <p:spPr>
            <a:xfrm>
              <a:off x="3204000" y="5814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マスの線 10"/>
            <p:cNvCxnSpPr/>
            <p:nvPr/>
          </p:nvCxnSpPr>
          <p:spPr>
            <a:xfrm>
              <a:off x="3492000" y="5814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マスの線 11"/>
            <p:cNvCxnSpPr/>
            <p:nvPr/>
          </p:nvCxnSpPr>
          <p:spPr>
            <a:xfrm>
              <a:off x="3780000" y="5814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マスの線 12"/>
            <p:cNvCxnSpPr/>
            <p:nvPr/>
          </p:nvCxnSpPr>
          <p:spPr>
            <a:xfrm>
              <a:off x="4068000" y="5814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マスの線 13"/>
            <p:cNvCxnSpPr/>
            <p:nvPr/>
          </p:nvCxnSpPr>
          <p:spPr>
            <a:xfrm>
              <a:off x="4356000" y="5814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マスの線 14"/>
            <p:cNvCxnSpPr/>
            <p:nvPr/>
          </p:nvCxnSpPr>
          <p:spPr>
            <a:xfrm>
              <a:off x="4644000" y="5814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マスの線 15"/>
            <p:cNvCxnSpPr/>
            <p:nvPr/>
          </p:nvCxnSpPr>
          <p:spPr>
            <a:xfrm>
              <a:off x="4932000" y="5814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マスの線 16"/>
            <p:cNvCxnSpPr/>
            <p:nvPr/>
          </p:nvCxnSpPr>
          <p:spPr>
            <a:xfrm>
              <a:off x="5220000" y="5814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マスの線 17"/>
            <p:cNvCxnSpPr/>
            <p:nvPr/>
          </p:nvCxnSpPr>
          <p:spPr>
            <a:xfrm>
              <a:off x="5508000" y="5814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" name="マスの線 18"/>
            <p:cNvCxnSpPr/>
            <p:nvPr/>
          </p:nvCxnSpPr>
          <p:spPr>
            <a:xfrm>
              <a:off x="5796000" y="5814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マスの線 19"/>
            <p:cNvCxnSpPr/>
            <p:nvPr/>
          </p:nvCxnSpPr>
          <p:spPr>
            <a:xfrm>
              <a:off x="6084000" y="5814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マスの線 20"/>
            <p:cNvCxnSpPr/>
            <p:nvPr/>
          </p:nvCxnSpPr>
          <p:spPr>
            <a:xfrm>
              <a:off x="6372000" y="5814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マスの線 21"/>
            <p:cNvCxnSpPr/>
            <p:nvPr/>
          </p:nvCxnSpPr>
          <p:spPr>
            <a:xfrm>
              <a:off x="6660000" y="5814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7" name="15行目"/>
          <p:cNvGrpSpPr/>
          <p:nvPr/>
        </p:nvGrpSpPr>
        <p:grpSpPr>
          <a:xfrm>
            <a:off x="612000" y="6192000"/>
            <a:ext cx="6336000" cy="288000"/>
            <a:chOff x="612000" y="6192000"/>
            <a:chExt cx="6336000" cy="288000"/>
          </a:xfrm>
        </p:grpSpPr>
        <p:sp>
          <p:nvSpPr>
            <p:cNvPr id="328" name="外わく"/>
            <p:cNvSpPr/>
            <p:nvPr/>
          </p:nvSpPr>
          <p:spPr>
            <a:xfrm>
              <a:off x="612000" y="6192000"/>
              <a:ext cx="6336000" cy="288000"/>
            </a:xfrm>
            <a:prstGeom prst="rect">
              <a:avLst/>
            </a:prstGeom>
            <a:noFill/>
            <a:ln w="12579">
              <a:solidFill>
                <a:srgbClr val="6AA7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29" name="マスの線 1"/>
            <p:cNvCxnSpPr/>
            <p:nvPr/>
          </p:nvCxnSpPr>
          <p:spPr>
            <a:xfrm>
              <a:off x="900000" y="6192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" name="マスの線 2"/>
            <p:cNvCxnSpPr/>
            <p:nvPr/>
          </p:nvCxnSpPr>
          <p:spPr>
            <a:xfrm>
              <a:off x="1188000" y="6192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マスの線 3"/>
            <p:cNvCxnSpPr/>
            <p:nvPr/>
          </p:nvCxnSpPr>
          <p:spPr>
            <a:xfrm>
              <a:off x="1476000" y="6192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" name="マスの線 4"/>
            <p:cNvCxnSpPr/>
            <p:nvPr/>
          </p:nvCxnSpPr>
          <p:spPr>
            <a:xfrm>
              <a:off x="1764000" y="6192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マスの線 5"/>
            <p:cNvCxnSpPr/>
            <p:nvPr/>
          </p:nvCxnSpPr>
          <p:spPr>
            <a:xfrm>
              <a:off x="2052000" y="6192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マスの線 6"/>
            <p:cNvCxnSpPr/>
            <p:nvPr/>
          </p:nvCxnSpPr>
          <p:spPr>
            <a:xfrm>
              <a:off x="2340000" y="6192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マスの線 7"/>
            <p:cNvCxnSpPr/>
            <p:nvPr/>
          </p:nvCxnSpPr>
          <p:spPr>
            <a:xfrm>
              <a:off x="2628000" y="6192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マスの線 8"/>
            <p:cNvCxnSpPr/>
            <p:nvPr/>
          </p:nvCxnSpPr>
          <p:spPr>
            <a:xfrm>
              <a:off x="2916000" y="6192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マスの線 9"/>
            <p:cNvCxnSpPr/>
            <p:nvPr/>
          </p:nvCxnSpPr>
          <p:spPr>
            <a:xfrm>
              <a:off x="3204000" y="6192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マスの線 10"/>
            <p:cNvCxnSpPr/>
            <p:nvPr/>
          </p:nvCxnSpPr>
          <p:spPr>
            <a:xfrm>
              <a:off x="3492000" y="6192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マスの線 11"/>
            <p:cNvCxnSpPr/>
            <p:nvPr/>
          </p:nvCxnSpPr>
          <p:spPr>
            <a:xfrm>
              <a:off x="3780000" y="6192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" name="マスの線 12"/>
            <p:cNvCxnSpPr/>
            <p:nvPr/>
          </p:nvCxnSpPr>
          <p:spPr>
            <a:xfrm>
              <a:off x="4068000" y="6192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1" name="マスの線 13"/>
            <p:cNvCxnSpPr/>
            <p:nvPr/>
          </p:nvCxnSpPr>
          <p:spPr>
            <a:xfrm>
              <a:off x="4356000" y="6192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2" name="マスの線 14"/>
            <p:cNvCxnSpPr/>
            <p:nvPr/>
          </p:nvCxnSpPr>
          <p:spPr>
            <a:xfrm>
              <a:off x="4644000" y="6192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3" name="マスの線 15"/>
            <p:cNvCxnSpPr/>
            <p:nvPr/>
          </p:nvCxnSpPr>
          <p:spPr>
            <a:xfrm>
              <a:off x="4932000" y="6192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マスの線 16"/>
            <p:cNvCxnSpPr/>
            <p:nvPr/>
          </p:nvCxnSpPr>
          <p:spPr>
            <a:xfrm>
              <a:off x="5220000" y="6192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5" name="マスの線 17"/>
            <p:cNvCxnSpPr/>
            <p:nvPr/>
          </p:nvCxnSpPr>
          <p:spPr>
            <a:xfrm>
              <a:off x="5508000" y="6192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" name="マスの線 18"/>
            <p:cNvCxnSpPr/>
            <p:nvPr/>
          </p:nvCxnSpPr>
          <p:spPr>
            <a:xfrm>
              <a:off x="5796000" y="6192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" name="マスの線 19"/>
            <p:cNvCxnSpPr/>
            <p:nvPr/>
          </p:nvCxnSpPr>
          <p:spPr>
            <a:xfrm>
              <a:off x="6084000" y="6192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" name="マスの線 20"/>
            <p:cNvCxnSpPr/>
            <p:nvPr/>
          </p:nvCxnSpPr>
          <p:spPr>
            <a:xfrm>
              <a:off x="6372000" y="6192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" name="マスの線 21"/>
            <p:cNvCxnSpPr/>
            <p:nvPr/>
          </p:nvCxnSpPr>
          <p:spPr>
            <a:xfrm>
              <a:off x="6660000" y="6192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0" name="16行目"/>
          <p:cNvGrpSpPr/>
          <p:nvPr/>
        </p:nvGrpSpPr>
        <p:grpSpPr>
          <a:xfrm>
            <a:off x="612000" y="6570000"/>
            <a:ext cx="6336000" cy="288000"/>
            <a:chOff x="612000" y="6570000"/>
            <a:chExt cx="6336000" cy="288000"/>
          </a:xfrm>
        </p:grpSpPr>
        <p:sp>
          <p:nvSpPr>
            <p:cNvPr id="351" name="外わく"/>
            <p:cNvSpPr/>
            <p:nvPr/>
          </p:nvSpPr>
          <p:spPr>
            <a:xfrm>
              <a:off x="612000" y="6570000"/>
              <a:ext cx="6336000" cy="288000"/>
            </a:xfrm>
            <a:prstGeom prst="rect">
              <a:avLst/>
            </a:prstGeom>
            <a:noFill/>
            <a:ln w="12579">
              <a:solidFill>
                <a:srgbClr val="6AA7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52" name="マスの線 1"/>
            <p:cNvCxnSpPr/>
            <p:nvPr/>
          </p:nvCxnSpPr>
          <p:spPr>
            <a:xfrm>
              <a:off x="900000" y="6570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マスの線 2"/>
            <p:cNvCxnSpPr/>
            <p:nvPr/>
          </p:nvCxnSpPr>
          <p:spPr>
            <a:xfrm>
              <a:off x="1188000" y="6570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4" name="マスの線 3"/>
            <p:cNvCxnSpPr/>
            <p:nvPr/>
          </p:nvCxnSpPr>
          <p:spPr>
            <a:xfrm>
              <a:off x="1476000" y="6570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" name="マスの線 4"/>
            <p:cNvCxnSpPr/>
            <p:nvPr/>
          </p:nvCxnSpPr>
          <p:spPr>
            <a:xfrm>
              <a:off x="1764000" y="6570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" name="マスの線 5"/>
            <p:cNvCxnSpPr/>
            <p:nvPr/>
          </p:nvCxnSpPr>
          <p:spPr>
            <a:xfrm>
              <a:off x="2052000" y="6570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マスの線 6"/>
            <p:cNvCxnSpPr/>
            <p:nvPr/>
          </p:nvCxnSpPr>
          <p:spPr>
            <a:xfrm>
              <a:off x="2340000" y="6570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8" name="マスの線 7"/>
            <p:cNvCxnSpPr/>
            <p:nvPr/>
          </p:nvCxnSpPr>
          <p:spPr>
            <a:xfrm>
              <a:off x="2628000" y="6570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9" name="マスの線 8"/>
            <p:cNvCxnSpPr/>
            <p:nvPr/>
          </p:nvCxnSpPr>
          <p:spPr>
            <a:xfrm>
              <a:off x="2916000" y="6570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マスの線 9"/>
            <p:cNvCxnSpPr/>
            <p:nvPr/>
          </p:nvCxnSpPr>
          <p:spPr>
            <a:xfrm>
              <a:off x="3204000" y="6570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マスの線 10"/>
            <p:cNvCxnSpPr/>
            <p:nvPr/>
          </p:nvCxnSpPr>
          <p:spPr>
            <a:xfrm>
              <a:off x="3492000" y="6570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マスの線 11"/>
            <p:cNvCxnSpPr/>
            <p:nvPr/>
          </p:nvCxnSpPr>
          <p:spPr>
            <a:xfrm>
              <a:off x="3780000" y="6570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" name="マスの線 12"/>
            <p:cNvCxnSpPr/>
            <p:nvPr/>
          </p:nvCxnSpPr>
          <p:spPr>
            <a:xfrm>
              <a:off x="4068000" y="6570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" name="マスの線 13"/>
            <p:cNvCxnSpPr/>
            <p:nvPr/>
          </p:nvCxnSpPr>
          <p:spPr>
            <a:xfrm>
              <a:off x="4356000" y="6570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" name="マスの線 14"/>
            <p:cNvCxnSpPr/>
            <p:nvPr/>
          </p:nvCxnSpPr>
          <p:spPr>
            <a:xfrm>
              <a:off x="4644000" y="6570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マスの線 15"/>
            <p:cNvCxnSpPr/>
            <p:nvPr/>
          </p:nvCxnSpPr>
          <p:spPr>
            <a:xfrm>
              <a:off x="4932000" y="6570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マスの線 16"/>
            <p:cNvCxnSpPr/>
            <p:nvPr/>
          </p:nvCxnSpPr>
          <p:spPr>
            <a:xfrm>
              <a:off x="5220000" y="6570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" name="マスの線 17"/>
            <p:cNvCxnSpPr/>
            <p:nvPr/>
          </p:nvCxnSpPr>
          <p:spPr>
            <a:xfrm>
              <a:off x="5508000" y="6570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マスの線 18"/>
            <p:cNvCxnSpPr/>
            <p:nvPr/>
          </p:nvCxnSpPr>
          <p:spPr>
            <a:xfrm>
              <a:off x="5796000" y="6570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マスの線 19"/>
            <p:cNvCxnSpPr/>
            <p:nvPr/>
          </p:nvCxnSpPr>
          <p:spPr>
            <a:xfrm>
              <a:off x="6084000" y="6570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マスの線 20"/>
            <p:cNvCxnSpPr/>
            <p:nvPr/>
          </p:nvCxnSpPr>
          <p:spPr>
            <a:xfrm>
              <a:off x="6372000" y="6570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" name="マスの線 21"/>
            <p:cNvCxnSpPr/>
            <p:nvPr/>
          </p:nvCxnSpPr>
          <p:spPr>
            <a:xfrm>
              <a:off x="6660000" y="6570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3" name="17行目"/>
          <p:cNvGrpSpPr/>
          <p:nvPr/>
        </p:nvGrpSpPr>
        <p:grpSpPr>
          <a:xfrm>
            <a:off x="612000" y="6948000"/>
            <a:ext cx="6336000" cy="288000"/>
            <a:chOff x="612000" y="6948000"/>
            <a:chExt cx="6336000" cy="288000"/>
          </a:xfrm>
        </p:grpSpPr>
        <p:sp>
          <p:nvSpPr>
            <p:cNvPr id="374" name="外わく"/>
            <p:cNvSpPr/>
            <p:nvPr/>
          </p:nvSpPr>
          <p:spPr>
            <a:xfrm>
              <a:off x="612000" y="6948000"/>
              <a:ext cx="6336000" cy="288000"/>
            </a:xfrm>
            <a:prstGeom prst="rect">
              <a:avLst/>
            </a:prstGeom>
            <a:noFill/>
            <a:ln w="12579">
              <a:solidFill>
                <a:srgbClr val="6AA7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75" name="マスの線 1"/>
            <p:cNvCxnSpPr/>
            <p:nvPr/>
          </p:nvCxnSpPr>
          <p:spPr>
            <a:xfrm>
              <a:off x="900000" y="6948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マスの線 2"/>
            <p:cNvCxnSpPr/>
            <p:nvPr/>
          </p:nvCxnSpPr>
          <p:spPr>
            <a:xfrm>
              <a:off x="1188000" y="6948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マスの線 3"/>
            <p:cNvCxnSpPr/>
            <p:nvPr/>
          </p:nvCxnSpPr>
          <p:spPr>
            <a:xfrm>
              <a:off x="1476000" y="6948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マスの線 4"/>
            <p:cNvCxnSpPr/>
            <p:nvPr/>
          </p:nvCxnSpPr>
          <p:spPr>
            <a:xfrm>
              <a:off x="1764000" y="6948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マスの線 5"/>
            <p:cNvCxnSpPr/>
            <p:nvPr/>
          </p:nvCxnSpPr>
          <p:spPr>
            <a:xfrm>
              <a:off x="2052000" y="6948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マスの線 6"/>
            <p:cNvCxnSpPr/>
            <p:nvPr/>
          </p:nvCxnSpPr>
          <p:spPr>
            <a:xfrm>
              <a:off x="2340000" y="6948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マスの線 7"/>
            <p:cNvCxnSpPr/>
            <p:nvPr/>
          </p:nvCxnSpPr>
          <p:spPr>
            <a:xfrm>
              <a:off x="2628000" y="6948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" name="マスの線 8"/>
            <p:cNvCxnSpPr/>
            <p:nvPr/>
          </p:nvCxnSpPr>
          <p:spPr>
            <a:xfrm>
              <a:off x="2916000" y="6948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マスの線 9"/>
            <p:cNvCxnSpPr/>
            <p:nvPr/>
          </p:nvCxnSpPr>
          <p:spPr>
            <a:xfrm>
              <a:off x="3204000" y="6948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マスの線 10"/>
            <p:cNvCxnSpPr/>
            <p:nvPr/>
          </p:nvCxnSpPr>
          <p:spPr>
            <a:xfrm>
              <a:off x="3492000" y="6948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マスの線 11"/>
            <p:cNvCxnSpPr/>
            <p:nvPr/>
          </p:nvCxnSpPr>
          <p:spPr>
            <a:xfrm>
              <a:off x="3780000" y="6948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マスの線 12"/>
            <p:cNvCxnSpPr/>
            <p:nvPr/>
          </p:nvCxnSpPr>
          <p:spPr>
            <a:xfrm>
              <a:off x="4068000" y="6948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マスの線 13"/>
            <p:cNvCxnSpPr/>
            <p:nvPr/>
          </p:nvCxnSpPr>
          <p:spPr>
            <a:xfrm>
              <a:off x="4356000" y="6948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マスの線 14"/>
            <p:cNvCxnSpPr/>
            <p:nvPr/>
          </p:nvCxnSpPr>
          <p:spPr>
            <a:xfrm>
              <a:off x="4644000" y="6948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マスの線 15"/>
            <p:cNvCxnSpPr/>
            <p:nvPr/>
          </p:nvCxnSpPr>
          <p:spPr>
            <a:xfrm>
              <a:off x="4932000" y="6948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0" name="マスの線 16"/>
            <p:cNvCxnSpPr/>
            <p:nvPr/>
          </p:nvCxnSpPr>
          <p:spPr>
            <a:xfrm>
              <a:off x="5220000" y="6948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マスの線 17"/>
            <p:cNvCxnSpPr/>
            <p:nvPr/>
          </p:nvCxnSpPr>
          <p:spPr>
            <a:xfrm>
              <a:off x="5508000" y="6948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マスの線 18"/>
            <p:cNvCxnSpPr/>
            <p:nvPr/>
          </p:nvCxnSpPr>
          <p:spPr>
            <a:xfrm>
              <a:off x="5796000" y="6948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3" name="マスの線 19"/>
            <p:cNvCxnSpPr/>
            <p:nvPr/>
          </p:nvCxnSpPr>
          <p:spPr>
            <a:xfrm>
              <a:off x="6084000" y="6948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マスの線 20"/>
            <p:cNvCxnSpPr/>
            <p:nvPr/>
          </p:nvCxnSpPr>
          <p:spPr>
            <a:xfrm>
              <a:off x="6372000" y="6948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5" name="マスの線 21"/>
            <p:cNvCxnSpPr/>
            <p:nvPr/>
          </p:nvCxnSpPr>
          <p:spPr>
            <a:xfrm>
              <a:off x="6660000" y="6948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6" name="18行目"/>
          <p:cNvGrpSpPr/>
          <p:nvPr/>
        </p:nvGrpSpPr>
        <p:grpSpPr>
          <a:xfrm>
            <a:off x="612000" y="7326000"/>
            <a:ext cx="6336000" cy="288000"/>
            <a:chOff x="612000" y="7326000"/>
            <a:chExt cx="6336000" cy="288000"/>
          </a:xfrm>
        </p:grpSpPr>
        <p:sp>
          <p:nvSpPr>
            <p:cNvPr id="397" name="外わく"/>
            <p:cNvSpPr/>
            <p:nvPr/>
          </p:nvSpPr>
          <p:spPr>
            <a:xfrm>
              <a:off x="612000" y="7326000"/>
              <a:ext cx="6336000" cy="288000"/>
            </a:xfrm>
            <a:prstGeom prst="rect">
              <a:avLst/>
            </a:prstGeom>
            <a:noFill/>
            <a:ln w="12579">
              <a:solidFill>
                <a:srgbClr val="6AA7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98" name="マスの線 1"/>
            <p:cNvCxnSpPr/>
            <p:nvPr/>
          </p:nvCxnSpPr>
          <p:spPr>
            <a:xfrm>
              <a:off x="900000" y="7326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" name="マスの線 2"/>
            <p:cNvCxnSpPr/>
            <p:nvPr/>
          </p:nvCxnSpPr>
          <p:spPr>
            <a:xfrm>
              <a:off x="1188000" y="7326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マスの線 3"/>
            <p:cNvCxnSpPr/>
            <p:nvPr/>
          </p:nvCxnSpPr>
          <p:spPr>
            <a:xfrm>
              <a:off x="1476000" y="7326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1" name="マスの線 4"/>
            <p:cNvCxnSpPr/>
            <p:nvPr/>
          </p:nvCxnSpPr>
          <p:spPr>
            <a:xfrm>
              <a:off x="1764000" y="7326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マスの線 5"/>
            <p:cNvCxnSpPr/>
            <p:nvPr/>
          </p:nvCxnSpPr>
          <p:spPr>
            <a:xfrm>
              <a:off x="2052000" y="7326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マスの線 6"/>
            <p:cNvCxnSpPr/>
            <p:nvPr/>
          </p:nvCxnSpPr>
          <p:spPr>
            <a:xfrm>
              <a:off x="2340000" y="7326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マスの線 7"/>
            <p:cNvCxnSpPr/>
            <p:nvPr/>
          </p:nvCxnSpPr>
          <p:spPr>
            <a:xfrm>
              <a:off x="2628000" y="7326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マスの線 8"/>
            <p:cNvCxnSpPr/>
            <p:nvPr/>
          </p:nvCxnSpPr>
          <p:spPr>
            <a:xfrm>
              <a:off x="2916000" y="7326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マスの線 9"/>
            <p:cNvCxnSpPr/>
            <p:nvPr/>
          </p:nvCxnSpPr>
          <p:spPr>
            <a:xfrm>
              <a:off x="3204000" y="7326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マスの線 10"/>
            <p:cNvCxnSpPr/>
            <p:nvPr/>
          </p:nvCxnSpPr>
          <p:spPr>
            <a:xfrm>
              <a:off x="3492000" y="7326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" name="マスの線 11"/>
            <p:cNvCxnSpPr/>
            <p:nvPr/>
          </p:nvCxnSpPr>
          <p:spPr>
            <a:xfrm>
              <a:off x="3780000" y="7326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マスの線 12"/>
            <p:cNvCxnSpPr/>
            <p:nvPr/>
          </p:nvCxnSpPr>
          <p:spPr>
            <a:xfrm>
              <a:off x="4068000" y="7326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マスの線 13"/>
            <p:cNvCxnSpPr/>
            <p:nvPr/>
          </p:nvCxnSpPr>
          <p:spPr>
            <a:xfrm>
              <a:off x="4356000" y="7326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" name="マスの線 14"/>
            <p:cNvCxnSpPr/>
            <p:nvPr/>
          </p:nvCxnSpPr>
          <p:spPr>
            <a:xfrm>
              <a:off x="4644000" y="7326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" name="マスの線 15"/>
            <p:cNvCxnSpPr/>
            <p:nvPr/>
          </p:nvCxnSpPr>
          <p:spPr>
            <a:xfrm>
              <a:off x="4932000" y="7326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" name="マスの線 16"/>
            <p:cNvCxnSpPr/>
            <p:nvPr/>
          </p:nvCxnSpPr>
          <p:spPr>
            <a:xfrm>
              <a:off x="5220000" y="7326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" name="マスの線 17"/>
            <p:cNvCxnSpPr/>
            <p:nvPr/>
          </p:nvCxnSpPr>
          <p:spPr>
            <a:xfrm>
              <a:off x="5508000" y="7326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" name="マスの線 18"/>
            <p:cNvCxnSpPr/>
            <p:nvPr/>
          </p:nvCxnSpPr>
          <p:spPr>
            <a:xfrm>
              <a:off x="5796000" y="7326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" name="マスの線 19"/>
            <p:cNvCxnSpPr/>
            <p:nvPr/>
          </p:nvCxnSpPr>
          <p:spPr>
            <a:xfrm>
              <a:off x="6084000" y="7326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" name="マスの線 20"/>
            <p:cNvCxnSpPr/>
            <p:nvPr/>
          </p:nvCxnSpPr>
          <p:spPr>
            <a:xfrm>
              <a:off x="6372000" y="7326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" name="マスの線 21"/>
            <p:cNvCxnSpPr/>
            <p:nvPr/>
          </p:nvCxnSpPr>
          <p:spPr>
            <a:xfrm>
              <a:off x="6660000" y="7326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9" name="19行目"/>
          <p:cNvGrpSpPr/>
          <p:nvPr/>
        </p:nvGrpSpPr>
        <p:grpSpPr>
          <a:xfrm>
            <a:off x="612000" y="7704000"/>
            <a:ext cx="6336000" cy="288000"/>
            <a:chOff x="612000" y="7704000"/>
            <a:chExt cx="6336000" cy="288000"/>
          </a:xfrm>
        </p:grpSpPr>
        <p:sp>
          <p:nvSpPr>
            <p:cNvPr id="420" name="外わく"/>
            <p:cNvSpPr/>
            <p:nvPr/>
          </p:nvSpPr>
          <p:spPr>
            <a:xfrm>
              <a:off x="612000" y="7704000"/>
              <a:ext cx="6336000" cy="288000"/>
            </a:xfrm>
            <a:prstGeom prst="rect">
              <a:avLst/>
            </a:prstGeom>
            <a:noFill/>
            <a:ln w="12579">
              <a:solidFill>
                <a:srgbClr val="6AA7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21" name="マスの線 1"/>
            <p:cNvCxnSpPr/>
            <p:nvPr/>
          </p:nvCxnSpPr>
          <p:spPr>
            <a:xfrm>
              <a:off x="900000" y="7704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" name="マスの線 2"/>
            <p:cNvCxnSpPr/>
            <p:nvPr/>
          </p:nvCxnSpPr>
          <p:spPr>
            <a:xfrm>
              <a:off x="1188000" y="7704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" name="マスの線 3"/>
            <p:cNvCxnSpPr/>
            <p:nvPr/>
          </p:nvCxnSpPr>
          <p:spPr>
            <a:xfrm>
              <a:off x="1476000" y="7704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マスの線 4"/>
            <p:cNvCxnSpPr/>
            <p:nvPr/>
          </p:nvCxnSpPr>
          <p:spPr>
            <a:xfrm>
              <a:off x="1764000" y="7704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" name="マスの線 5"/>
            <p:cNvCxnSpPr/>
            <p:nvPr/>
          </p:nvCxnSpPr>
          <p:spPr>
            <a:xfrm>
              <a:off x="2052000" y="7704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" name="マスの線 6"/>
            <p:cNvCxnSpPr/>
            <p:nvPr/>
          </p:nvCxnSpPr>
          <p:spPr>
            <a:xfrm>
              <a:off x="2340000" y="7704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" name="マスの線 7"/>
            <p:cNvCxnSpPr/>
            <p:nvPr/>
          </p:nvCxnSpPr>
          <p:spPr>
            <a:xfrm>
              <a:off x="2628000" y="7704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" name="マスの線 8"/>
            <p:cNvCxnSpPr/>
            <p:nvPr/>
          </p:nvCxnSpPr>
          <p:spPr>
            <a:xfrm>
              <a:off x="2916000" y="7704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" name="マスの線 9"/>
            <p:cNvCxnSpPr/>
            <p:nvPr/>
          </p:nvCxnSpPr>
          <p:spPr>
            <a:xfrm>
              <a:off x="3204000" y="7704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" name="マスの線 10"/>
            <p:cNvCxnSpPr/>
            <p:nvPr/>
          </p:nvCxnSpPr>
          <p:spPr>
            <a:xfrm>
              <a:off x="3492000" y="7704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" name="マスの線 11"/>
            <p:cNvCxnSpPr/>
            <p:nvPr/>
          </p:nvCxnSpPr>
          <p:spPr>
            <a:xfrm>
              <a:off x="3780000" y="7704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" name="マスの線 12"/>
            <p:cNvCxnSpPr/>
            <p:nvPr/>
          </p:nvCxnSpPr>
          <p:spPr>
            <a:xfrm>
              <a:off x="4068000" y="7704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3" name="マスの線 13"/>
            <p:cNvCxnSpPr/>
            <p:nvPr/>
          </p:nvCxnSpPr>
          <p:spPr>
            <a:xfrm>
              <a:off x="4356000" y="7704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" name="マスの線 14"/>
            <p:cNvCxnSpPr/>
            <p:nvPr/>
          </p:nvCxnSpPr>
          <p:spPr>
            <a:xfrm>
              <a:off x="4644000" y="7704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5" name="マスの線 15"/>
            <p:cNvCxnSpPr/>
            <p:nvPr/>
          </p:nvCxnSpPr>
          <p:spPr>
            <a:xfrm>
              <a:off x="4932000" y="7704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" name="マスの線 16"/>
            <p:cNvCxnSpPr/>
            <p:nvPr/>
          </p:nvCxnSpPr>
          <p:spPr>
            <a:xfrm>
              <a:off x="5220000" y="7704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" name="マスの線 17"/>
            <p:cNvCxnSpPr/>
            <p:nvPr/>
          </p:nvCxnSpPr>
          <p:spPr>
            <a:xfrm>
              <a:off x="5508000" y="7704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" name="マスの線 18"/>
            <p:cNvCxnSpPr/>
            <p:nvPr/>
          </p:nvCxnSpPr>
          <p:spPr>
            <a:xfrm>
              <a:off x="5796000" y="7704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9" name="マスの線 19"/>
            <p:cNvCxnSpPr/>
            <p:nvPr/>
          </p:nvCxnSpPr>
          <p:spPr>
            <a:xfrm>
              <a:off x="6084000" y="7704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" name="マスの線 20"/>
            <p:cNvCxnSpPr/>
            <p:nvPr/>
          </p:nvCxnSpPr>
          <p:spPr>
            <a:xfrm>
              <a:off x="6372000" y="7704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" name="マスの線 21"/>
            <p:cNvCxnSpPr/>
            <p:nvPr/>
          </p:nvCxnSpPr>
          <p:spPr>
            <a:xfrm>
              <a:off x="6660000" y="7704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2" name="20行目"/>
          <p:cNvGrpSpPr/>
          <p:nvPr/>
        </p:nvGrpSpPr>
        <p:grpSpPr>
          <a:xfrm>
            <a:off x="612000" y="8082000"/>
            <a:ext cx="6336000" cy="288000"/>
            <a:chOff x="612000" y="8082000"/>
            <a:chExt cx="6336000" cy="288000"/>
          </a:xfrm>
        </p:grpSpPr>
        <p:sp>
          <p:nvSpPr>
            <p:cNvPr id="443" name="外わく"/>
            <p:cNvSpPr/>
            <p:nvPr/>
          </p:nvSpPr>
          <p:spPr>
            <a:xfrm>
              <a:off x="612000" y="8082000"/>
              <a:ext cx="6336000" cy="288000"/>
            </a:xfrm>
            <a:prstGeom prst="rect">
              <a:avLst/>
            </a:prstGeom>
            <a:noFill/>
            <a:ln w="12579">
              <a:solidFill>
                <a:srgbClr val="6AA7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44" name="マスの線 1"/>
            <p:cNvCxnSpPr/>
            <p:nvPr/>
          </p:nvCxnSpPr>
          <p:spPr>
            <a:xfrm>
              <a:off x="900000" y="8082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" name="マスの線 2"/>
            <p:cNvCxnSpPr/>
            <p:nvPr/>
          </p:nvCxnSpPr>
          <p:spPr>
            <a:xfrm>
              <a:off x="1188000" y="8082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6" name="マスの線 3"/>
            <p:cNvCxnSpPr/>
            <p:nvPr/>
          </p:nvCxnSpPr>
          <p:spPr>
            <a:xfrm>
              <a:off x="1476000" y="8082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7" name="マスの線 4"/>
            <p:cNvCxnSpPr/>
            <p:nvPr/>
          </p:nvCxnSpPr>
          <p:spPr>
            <a:xfrm>
              <a:off x="1764000" y="8082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8" name="マスの線 5"/>
            <p:cNvCxnSpPr/>
            <p:nvPr/>
          </p:nvCxnSpPr>
          <p:spPr>
            <a:xfrm>
              <a:off x="2052000" y="8082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9" name="マスの線 6"/>
            <p:cNvCxnSpPr/>
            <p:nvPr/>
          </p:nvCxnSpPr>
          <p:spPr>
            <a:xfrm>
              <a:off x="2340000" y="8082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0" name="マスの線 7"/>
            <p:cNvCxnSpPr/>
            <p:nvPr/>
          </p:nvCxnSpPr>
          <p:spPr>
            <a:xfrm>
              <a:off x="2628000" y="8082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1" name="マスの線 8"/>
            <p:cNvCxnSpPr/>
            <p:nvPr/>
          </p:nvCxnSpPr>
          <p:spPr>
            <a:xfrm>
              <a:off x="2916000" y="8082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2" name="マスの線 9"/>
            <p:cNvCxnSpPr/>
            <p:nvPr/>
          </p:nvCxnSpPr>
          <p:spPr>
            <a:xfrm>
              <a:off x="3204000" y="8082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3" name="マスの線 10"/>
            <p:cNvCxnSpPr/>
            <p:nvPr/>
          </p:nvCxnSpPr>
          <p:spPr>
            <a:xfrm>
              <a:off x="3492000" y="8082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4" name="マスの線 11"/>
            <p:cNvCxnSpPr/>
            <p:nvPr/>
          </p:nvCxnSpPr>
          <p:spPr>
            <a:xfrm>
              <a:off x="3780000" y="8082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5" name="マスの線 12"/>
            <p:cNvCxnSpPr/>
            <p:nvPr/>
          </p:nvCxnSpPr>
          <p:spPr>
            <a:xfrm>
              <a:off x="4068000" y="8082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6" name="マスの線 13"/>
            <p:cNvCxnSpPr/>
            <p:nvPr/>
          </p:nvCxnSpPr>
          <p:spPr>
            <a:xfrm>
              <a:off x="4356000" y="8082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7" name="マスの線 14"/>
            <p:cNvCxnSpPr/>
            <p:nvPr/>
          </p:nvCxnSpPr>
          <p:spPr>
            <a:xfrm>
              <a:off x="4644000" y="8082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8" name="マスの線 15"/>
            <p:cNvCxnSpPr/>
            <p:nvPr/>
          </p:nvCxnSpPr>
          <p:spPr>
            <a:xfrm>
              <a:off x="4932000" y="8082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9" name="マスの線 16"/>
            <p:cNvCxnSpPr/>
            <p:nvPr/>
          </p:nvCxnSpPr>
          <p:spPr>
            <a:xfrm>
              <a:off x="5220000" y="8082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0" name="マスの線 17"/>
            <p:cNvCxnSpPr/>
            <p:nvPr/>
          </p:nvCxnSpPr>
          <p:spPr>
            <a:xfrm>
              <a:off x="5508000" y="8082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1" name="マスの線 18"/>
            <p:cNvCxnSpPr/>
            <p:nvPr/>
          </p:nvCxnSpPr>
          <p:spPr>
            <a:xfrm>
              <a:off x="5796000" y="8082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2" name="マスの線 19"/>
            <p:cNvCxnSpPr/>
            <p:nvPr/>
          </p:nvCxnSpPr>
          <p:spPr>
            <a:xfrm>
              <a:off x="6084000" y="8082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3" name="マスの線 20"/>
            <p:cNvCxnSpPr/>
            <p:nvPr/>
          </p:nvCxnSpPr>
          <p:spPr>
            <a:xfrm>
              <a:off x="6372000" y="8082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4" name="マスの線 21"/>
            <p:cNvCxnSpPr/>
            <p:nvPr/>
          </p:nvCxnSpPr>
          <p:spPr>
            <a:xfrm>
              <a:off x="6660000" y="8082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5" name="21行目"/>
          <p:cNvGrpSpPr/>
          <p:nvPr/>
        </p:nvGrpSpPr>
        <p:grpSpPr>
          <a:xfrm>
            <a:off x="612000" y="8460000"/>
            <a:ext cx="6336000" cy="288000"/>
            <a:chOff x="612000" y="8460000"/>
            <a:chExt cx="6336000" cy="288000"/>
          </a:xfrm>
        </p:grpSpPr>
        <p:sp>
          <p:nvSpPr>
            <p:cNvPr id="466" name="外わく"/>
            <p:cNvSpPr/>
            <p:nvPr/>
          </p:nvSpPr>
          <p:spPr>
            <a:xfrm>
              <a:off x="612000" y="8460000"/>
              <a:ext cx="6336000" cy="288000"/>
            </a:xfrm>
            <a:prstGeom prst="rect">
              <a:avLst/>
            </a:prstGeom>
            <a:noFill/>
            <a:ln w="12579">
              <a:solidFill>
                <a:srgbClr val="6AA7A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67" name="マスの線 1"/>
            <p:cNvCxnSpPr/>
            <p:nvPr/>
          </p:nvCxnSpPr>
          <p:spPr>
            <a:xfrm>
              <a:off x="900000" y="8460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8" name="マスの線 2"/>
            <p:cNvCxnSpPr/>
            <p:nvPr/>
          </p:nvCxnSpPr>
          <p:spPr>
            <a:xfrm>
              <a:off x="1188000" y="8460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9" name="マスの線 3"/>
            <p:cNvCxnSpPr/>
            <p:nvPr/>
          </p:nvCxnSpPr>
          <p:spPr>
            <a:xfrm>
              <a:off x="1476000" y="8460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0" name="マスの線 4"/>
            <p:cNvCxnSpPr/>
            <p:nvPr/>
          </p:nvCxnSpPr>
          <p:spPr>
            <a:xfrm>
              <a:off x="1764000" y="8460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1" name="マスの線 5"/>
            <p:cNvCxnSpPr/>
            <p:nvPr/>
          </p:nvCxnSpPr>
          <p:spPr>
            <a:xfrm>
              <a:off x="2052000" y="8460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2" name="マスの線 6"/>
            <p:cNvCxnSpPr/>
            <p:nvPr/>
          </p:nvCxnSpPr>
          <p:spPr>
            <a:xfrm>
              <a:off x="2340000" y="8460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3" name="マスの線 7"/>
            <p:cNvCxnSpPr/>
            <p:nvPr/>
          </p:nvCxnSpPr>
          <p:spPr>
            <a:xfrm>
              <a:off x="2628000" y="8460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4" name="マスの線 8"/>
            <p:cNvCxnSpPr/>
            <p:nvPr/>
          </p:nvCxnSpPr>
          <p:spPr>
            <a:xfrm>
              <a:off x="2916000" y="8460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5" name="マスの線 9"/>
            <p:cNvCxnSpPr/>
            <p:nvPr/>
          </p:nvCxnSpPr>
          <p:spPr>
            <a:xfrm>
              <a:off x="3204000" y="8460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6" name="マスの線 10"/>
            <p:cNvCxnSpPr/>
            <p:nvPr/>
          </p:nvCxnSpPr>
          <p:spPr>
            <a:xfrm>
              <a:off x="3492000" y="8460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7" name="マスの線 11"/>
            <p:cNvCxnSpPr/>
            <p:nvPr/>
          </p:nvCxnSpPr>
          <p:spPr>
            <a:xfrm>
              <a:off x="3780000" y="8460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8" name="マスの線 12"/>
            <p:cNvCxnSpPr/>
            <p:nvPr/>
          </p:nvCxnSpPr>
          <p:spPr>
            <a:xfrm>
              <a:off x="4068000" y="8460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9" name="マスの線 13"/>
            <p:cNvCxnSpPr/>
            <p:nvPr/>
          </p:nvCxnSpPr>
          <p:spPr>
            <a:xfrm>
              <a:off x="4356000" y="8460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0" name="マスの線 14"/>
            <p:cNvCxnSpPr/>
            <p:nvPr/>
          </p:nvCxnSpPr>
          <p:spPr>
            <a:xfrm>
              <a:off x="4644000" y="8460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1" name="マスの線 15"/>
            <p:cNvCxnSpPr/>
            <p:nvPr/>
          </p:nvCxnSpPr>
          <p:spPr>
            <a:xfrm>
              <a:off x="4932000" y="8460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2" name="マスの線 16"/>
            <p:cNvCxnSpPr/>
            <p:nvPr/>
          </p:nvCxnSpPr>
          <p:spPr>
            <a:xfrm>
              <a:off x="5220000" y="8460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3" name="マスの線 17"/>
            <p:cNvCxnSpPr/>
            <p:nvPr/>
          </p:nvCxnSpPr>
          <p:spPr>
            <a:xfrm>
              <a:off x="5508000" y="8460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4" name="マスの線 18"/>
            <p:cNvCxnSpPr/>
            <p:nvPr/>
          </p:nvCxnSpPr>
          <p:spPr>
            <a:xfrm>
              <a:off x="5796000" y="8460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5" name="マスの線 19"/>
            <p:cNvCxnSpPr/>
            <p:nvPr/>
          </p:nvCxnSpPr>
          <p:spPr>
            <a:xfrm>
              <a:off x="6084000" y="8460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6" name="マスの線 20"/>
            <p:cNvCxnSpPr/>
            <p:nvPr/>
          </p:nvCxnSpPr>
          <p:spPr>
            <a:xfrm>
              <a:off x="6372000" y="8460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7" name="マスの線 21"/>
            <p:cNvCxnSpPr/>
            <p:nvPr/>
          </p:nvCxnSpPr>
          <p:spPr>
            <a:xfrm>
              <a:off x="6660000" y="8460000"/>
              <a:ext cx="0" cy="288000"/>
            </a:xfrm>
            <a:prstGeom prst="line">
              <a:avLst/>
            </a:prstGeom>
            <a:ln w="7907">
              <a:solidFill>
                <a:srgbClr val="8FBFB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88" name="さし絵（消してもかまいません）" descr="_tmp_i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0000" y="9261092"/>
            <a:ext cx="1440000" cy="998907"/>
          </a:xfrm>
          <a:prstGeom prst="rect">
            <a:avLst/>
          </a:prstGeom>
        </p:spPr>
      </p:pic>
      <p:sp>
        <p:nvSpPr>
          <p:cNvPr id="489" name="紙の説明（消してもかまいません）"/>
          <p:cNvSpPr txBox="1"/>
          <p:nvPr/>
        </p:nvSpPr>
        <p:spPr>
          <a:xfrm>
            <a:off x="540000" y="10350000"/>
            <a:ext cx="288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8A949C"/>
                </a:solidFill>
                <a:latin typeface="UD デジタル 教科書体 N-R"/>
              </a:rPr>
              <a:t>5・6年／マス 8mm</a:t>
            </a:r>
          </a:p>
        </p:txBody>
      </p:sp>
      <p:sp>
        <p:nvSpPr>
          <p:cNvPr id="490" name="クレジット"/>
          <p:cNvSpPr txBox="1"/>
          <p:nvPr/>
        </p:nvSpPr>
        <p:spPr>
          <a:xfrm>
            <a:off x="5580000" y="10350000"/>
            <a:ext cx="144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8A949C"/>
                </a:solidFill>
                <a:latin typeface="UD デジタル 教科書体 N-R"/>
              </a:rPr>
              <a:t>© School Stock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