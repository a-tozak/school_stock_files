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1行目（右から）"/>
          <p:cNvGrpSpPr/>
          <p:nvPr/>
        </p:nvGrpSpPr>
        <p:grpSpPr>
          <a:xfrm>
            <a:off x="6354000" y="900000"/>
            <a:ext cx="432000" cy="7776000"/>
            <a:chOff x="6354000" y="900000"/>
            <a:chExt cx="432000" cy="7776000"/>
          </a:xfrm>
        </p:grpSpPr>
        <p:sp>
          <p:nvSpPr>
            <p:cNvPr id="6" name="外わく"/>
            <p:cNvSpPr/>
            <p:nvPr/>
          </p:nvSpPr>
          <p:spPr>
            <a:xfrm>
              <a:off x="6354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6354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6354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6354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6354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6354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6354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6354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6354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6354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6354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6354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マスの線 12"/>
            <p:cNvCxnSpPr/>
            <p:nvPr/>
          </p:nvCxnSpPr>
          <p:spPr>
            <a:xfrm>
              <a:off x="6354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マスの線 13"/>
            <p:cNvCxnSpPr/>
            <p:nvPr/>
          </p:nvCxnSpPr>
          <p:spPr>
            <a:xfrm>
              <a:off x="6354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マスの線 14"/>
            <p:cNvCxnSpPr/>
            <p:nvPr/>
          </p:nvCxnSpPr>
          <p:spPr>
            <a:xfrm>
              <a:off x="6354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マスの線 15"/>
            <p:cNvCxnSpPr/>
            <p:nvPr/>
          </p:nvCxnSpPr>
          <p:spPr>
            <a:xfrm>
              <a:off x="6354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マスの線 16"/>
            <p:cNvCxnSpPr/>
            <p:nvPr/>
          </p:nvCxnSpPr>
          <p:spPr>
            <a:xfrm>
              <a:off x="6354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17"/>
            <p:cNvCxnSpPr/>
            <p:nvPr/>
          </p:nvCxnSpPr>
          <p:spPr>
            <a:xfrm>
              <a:off x="6354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2行目（右から）"/>
          <p:cNvGrpSpPr/>
          <p:nvPr/>
        </p:nvGrpSpPr>
        <p:grpSpPr>
          <a:xfrm>
            <a:off x="5796000" y="900000"/>
            <a:ext cx="432000" cy="7776000"/>
            <a:chOff x="5796000" y="900000"/>
            <a:chExt cx="432000" cy="7776000"/>
          </a:xfrm>
        </p:grpSpPr>
        <p:sp>
          <p:nvSpPr>
            <p:cNvPr id="25" name="外わく"/>
            <p:cNvSpPr/>
            <p:nvPr/>
          </p:nvSpPr>
          <p:spPr>
            <a:xfrm>
              <a:off x="5796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マスの線 1"/>
            <p:cNvCxnSpPr/>
            <p:nvPr/>
          </p:nvCxnSpPr>
          <p:spPr>
            <a:xfrm>
              <a:off x="5796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2"/>
            <p:cNvCxnSpPr/>
            <p:nvPr/>
          </p:nvCxnSpPr>
          <p:spPr>
            <a:xfrm>
              <a:off x="5796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3"/>
            <p:cNvCxnSpPr/>
            <p:nvPr/>
          </p:nvCxnSpPr>
          <p:spPr>
            <a:xfrm>
              <a:off x="5796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4"/>
            <p:cNvCxnSpPr/>
            <p:nvPr/>
          </p:nvCxnSpPr>
          <p:spPr>
            <a:xfrm>
              <a:off x="5796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5"/>
            <p:cNvCxnSpPr/>
            <p:nvPr/>
          </p:nvCxnSpPr>
          <p:spPr>
            <a:xfrm>
              <a:off x="5796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マスの線 6"/>
            <p:cNvCxnSpPr/>
            <p:nvPr/>
          </p:nvCxnSpPr>
          <p:spPr>
            <a:xfrm>
              <a:off x="5796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マスの線 7"/>
            <p:cNvCxnSpPr/>
            <p:nvPr/>
          </p:nvCxnSpPr>
          <p:spPr>
            <a:xfrm>
              <a:off x="5796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マスの線 8"/>
            <p:cNvCxnSpPr/>
            <p:nvPr/>
          </p:nvCxnSpPr>
          <p:spPr>
            <a:xfrm>
              <a:off x="5796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9"/>
            <p:cNvCxnSpPr/>
            <p:nvPr/>
          </p:nvCxnSpPr>
          <p:spPr>
            <a:xfrm>
              <a:off x="5796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10"/>
            <p:cNvCxnSpPr/>
            <p:nvPr/>
          </p:nvCxnSpPr>
          <p:spPr>
            <a:xfrm>
              <a:off x="5796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11"/>
            <p:cNvCxnSpPr/>
            <p:nvPr/>
          </p:nvCxnSpPr>
          <p:spPr>
            <a:xfrm>
              <a:off x="5796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マスの線 12"/>
            <p:cNvCxnSpPr/>
            <p:nvPr/>
          </p:nvCxnSpPr>
          <p:spPr>
            <a:xfrm>
              <a:off x="5796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13"/>
            <p:cNvCxnSpPr/>
            <p:nvPr/>
          </p:nvCxnSpPr>
          <p:spPr>
            <a:xfrm>
              <a:off x="5796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14"/>
            <p:cNvCxnSpPr/>
            <p:nvPr/>
          </p:nvCxnSpPr>
          <p:spPr>
            <a:xfrm>
              <a:off x="5796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15"/>
            <p:cNvCxnSpPr/>
            <p:nvPr/>
          </p:nvCxnSpPr>
          <p:spPr>
            <a:xfrm>
              <a:off x="5796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16"/>
            <p:cNvCxnSpPr/>
            <p:nvPr/>
          </p:nvCxnSpPr>
          <p:spPr>
            <a:xfrm>
              <a:off x="5796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17"/>
            <p:cNvCxnSpPr/>
            <p:nvPr/>
          </p:nvCxnSpPr>
          <p:spPr>
            <a:xfrm>
              <a:off x="5796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3行目（右から）"/>
          <p:cNvGrpSpPr/>
          <p:nvPr/>
        </p:nvGrpSpPr>
        <p:grpSpPr>
          <a:xfrm>
            <a:off x="5238000" y="900000"/>
            <a:ext cx="432000" cy="7776000"/>
            <a:chOff x="5238000" y="900000"/>
            <a:chExt cx="432000" cy="7776000"/>
          </a:xfrm>
        </p:grpSpPr>
        <p:sp>
          <p:nvSpPr>
            <p:cNvPr id="44" name="外わく"/>
            <p:cNvSpPr/>
            <p:nvPr/>
          </p:nvSpPr>
          <p:spPr>
            <a:xfrm>
              <a:off x="5238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マスの線 1"/>
            <p:cNvCxnSpPr/>
            <p:nvPr/>
          </p:nvCxnSpPr>
          <p:spPr>
            <a:xfrm>
              <a:off x="5238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マスの線 2"/>
            <p:cNvCxnSpPr/>
            <p:nvPr/>
          </p:nvCxnSpPr>
          <p:spPr>
            <a:xfrm>
              <a:off x="5238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3"/>
            <p:cNvCxnSpPr/>
            <p:nvPr/>
          </p:nvCxnSpPr>
          <p:spPr>
            <a:xfrm>
              <a:off x="5238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4"/>
            <p:cNvCxnSpPr/>
            <p:nvPr/>
          </p:nvCxnSpPr>
          <p:spPr>
            <a:xfrm>
              <a:off x="5238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5"/>
            <p:cNvCxnSpPr/>
            <p:nvPr/>
          </p:nvCxnSpPr>
          <p:spPr>
            <a:xfrm>
              <a:off x="5238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6"/>
            <p:cNvCxnSpPr/>
            <p:nvPr/>
          </p:nvCxnSpPr>
          <p:spPr>
            <a:xfrm>
              <a:off x="5238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マスの線 7"/>
            <p:cNvCxnSpPr/>
            <p:nvPr/>
          </p:nvCxnSpPr>
          <p:spPr>
            <a:xfrm>
              <a:off x="5238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マスの線 8"/>
            <p:cNvCxnSpPr/>
            <p:nvPr/>
          </p:nvCxnSpPr>
          <p:spPr>
            <a:xfrm>
              <a:off x="5238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マスの線 9"/>
            <p:cNvCxnSpPr/>
            <p:nvPr/>
          </p:nvCxnSpPr>
          <p:spPr>
            <a:xfrm>
              <a:off x="5238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10"/>
            <p:cNvCxnSpPr/>
            <p:nvPr/>
          </p:nvCxnSpPr>
          <p:spPr>
            <a:xfrm>
              <a:off x="5238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11"/>
            <p:cNvCxnSpPr/>
            <p:nvPr/>
          </p:nvCxnSpPr>
          <p:spPr>
            <a:xfrm>
              <a:off x="5238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12"/>
            <p:cNvCxnSpPr/>
            <p:nvPr/>
          </p:nvCxnSpPr>
          <p:spPr>
            <a:xfrm>
              <a:off x="5238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マスの線 13"/>
            <p:cNvCxnSpPr/>
            <p:nvPr/>
          </p:nvCxnSpPr>
          <p:spPr>
            <a:xfrm>
              <a:off x="5238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マスの線 14"/>
            <p:cNvCxnSpPr/>
            <p:nvPr/>
          </p:nvCxnSpPr>
          <p:spPr>
            <a:xfrm>
              <a:off x="5238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マスの線 15"/>
            <p:cNvCxnSpPr/>
            <p:nvPr/>
          </p:nvCxnSpPr>
          <p:spPr>
            <a:xfrm>
              <a:off x="5238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16"/>
            <p:cNvCxnSpPr/>
            <p:nvPr/>
          </p:nvCxnSpPr>
          <p:spPr>
            <a:xfrm>
              <a:off x="5238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17"/>
            <p:cNvCxnSpPr/>
            <p:nvPr/>
          </p:nvCxnSpPr>
          <p:spPr>
            <a:xfrm>
              <a:off x="5238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4行目（右から）"/>
          <p:cNvGrpSpPr/>
          <p:nvPr/>
        </p:nvGrpSpPr>
        <p:grpSpPr>
          <a:xfrm>
            <a:off x="4680000" y="900000"/>
            <a:ext cx="432000" cy="7776000"/>
            <a:chOff x="4680000" y="900000"/>
            <a:chExt cx="432000" cy="7776000"/>
          </a:xfrm>
        </p:grpSpPr>
        <p:sp>
          <p:nvSpPr>
            <p:cNvPr id="63" name="外わく"/>
            <p:cNvSpPr/>
            <p:nvPr/>
          </p:nvSpPr>
          <p:spPr>
            <a:xfrm>
              <a:off x="4680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マスの線 1"/>
            <p:cNvCxnSpPr/>
            <p:nvPr/>
          </p:nvCxnSpPr>
          <p:spPr>
            <a:xfrm>
              <a:off x="4680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2"/>
            <p:cNvCxnSpPr/>
            <p:nvPr/>
          </p:nvCxnSpPr>
          <p:spPr>
            <a:xfrm>
              <a:off x="4680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3"/>
            <p:cNvCxnSpPr/>
            <p:nvPr/>
          </p:nvCxnSpPr>
          <p:spPr>
            <a:xfrm>
              <a:off x="4680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4"/>
            <p:cNvCxnSpPr/>
            <p:nvPr/>
          </p:nvCxnSpPr>
          <p:spPr>
            <a:xfrm>
              <a:off x="4680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5"/>
            <p:cNvCxnSpPr/>
            <p:nvPr/>
          </p:nvCxnSpPr>
          <p:spPr>
            <a:xfrm>
              <a:off x="4680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6"/>
            <p:cNvCxnSpPr/>
            <p:nvPr/>
          </p:nvCxnSpPr>
          <p:spPr>
            <a:xfrm>
              <a:off x="4680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マスの線 7"/>
            <p:cNvCxnSpPr/>
            <p:nvPr/>
          </p:nvCxnSpPr>
          <p:spPr>
            <a:xfrm>
              <a:off x="4680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マスの線 8"/>
            <p:cNvCxnSpPr/>
            <p:nvPr/>
          </p:nvCxnSpPr>
          <p:spPr>
            <a:xfrm>
              <a:off x="4680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マスの線 9"/>
            <p:cNvCxnSpPr/>
            <p:nvPr/>
          </p:nvCxnSpPr>
          <p:spPr>
            <a:xfrm>
              <a:off x="4680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10"/>
            <p:cNvCxnSpPr/>
            <p:nvPr/>
          </p:nvCxnSpPr>
          <p:spPr>
            <a:xfrm>
              <a:off x="4680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11"/>
            <p:cNvCxnSpPr/>
            <p:nvPr/>
          </p:nvCxnSpPr>
          <p:spPr>
            <a:xfrm>
              <a:off x="4680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12"/>
            <p:cNvCxnSpPr/>
            <p:nvPr/>
          </p:nvCxnSpPr>
          <p:spPr>
            <a:xfrm>
              <a:off x="4680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13"/>
            <p:cNvCxnSpPr/>
            <p:nvPr/>
          </p:nvCxnSpPr>
          <p:spPr>
            <a:xfrm>
              <a:off x="4680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14"/>
            <p:cNvCxnSpPr/>
            <p:nvPr/>
          </p:nvCxnSpPr>
          <p:spPr>
            <a:xfrm>
              <a:off x="4680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15"/>
            <p:cNvCxnSpPr/>
            <p:nvPr/>
          </p:nvCxnSpPr>
          <p:spPr>
            <a:xfrm>
              <a:off x="4680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16"/>
            <p:cNvCxnSpPr/>
            <p:nvPr/>
          </p:nvCxnSpPr>
          <p:spPr>
            <a:xfrm>
              <a:off x="4680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17"/>
            <p:cNvCxnSpPr/>
            <p:nvPr/>
          </p:nvCxnSpPr>
          <p:spPr>
            <a:xfrm>
              <a:off x="4680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5行目（右から）"/>
          <p:cNvGrpSpPr/>
          <p:nvPr/>
        </p:nvGrpSpPr>
        <p:grpSpPr>
          <a:xfrm>
            <a:off x="4122000" y="900000"/>
            <a:ext cx="432000" cy="7776000"/>
            <a:chOff x="4122000" y="900000"/>
            <a:chExt cx="432000" cy="7776000"/>
          </a:xfrm>
        </p:grpSpPr>
        <p:sp>
          <p:nvSpPr>
            <p:cNvPr id="82" name="外わく"/>
            <p:cNvSpPr/>
            <p:nvPr/>
          </p:nvSpPr>
          <p:spPr>
            <a:xfrm>
              <a:off x="4122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3" name="マスの線 1"/>
            <p:cNvCxnSpPr/>
            <p:nvPr/>
          </p:nvCxnSpPr>
          <p:spPr>
            <a:xfrm>
              <a:off x="4122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マスの線 2"/>
            <p:cNvCxnSpPr/>
            <p:nvPr/>
          </p:nvCxnSpPr>
          <p:spPr>
            <a:xfrm>
              <a:off x="4122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マスの線 3"/>
            <p:cNvCxnSpPr/>
            <p:nvPr/>
          </p:nvCxnSpPr>
          <p:spPr>
            <a:xfrm>
              <a:off x="4122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4"/>
            <p:cNvCxnSpPr/>
            <p:nvPr/>
          </p:nvCxnSpPr>
          <p:spPr>
            <a:xfrm>
              <a:off x="4122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5"/>
            <p:cNvCxnSpPr/>
            <p:nvPr/>
          </p:nvCxnSpPr>
          <p:spPr>
            <a:xfrm>
              <a:off x="4122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6"/>
            <p:cNvCxnSpPr/>
            <p:nvPr/>
          </p:nvCxnSpPr>
          <p:spPr>
            <a:xfrm>
              <a:off x="4122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7"/>
            <p:cNvCxnSpPr/>
            <p:nvPr/>
          </p:nvCxnSpPr>
          <p:spPr>
            <a:xfrm>
              <a:off x="4122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8"/>
            <p:cNvCxnSpPr/>
            <p:nvPr/>
          </p:nvCxnSpPr>
          <p:spPr>
            <a:xfrm>
              <a:off x="4122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9"/>
            <p:cNvCxnSpPr/>
            <p:nvPr/>
          </p:nvCxnSpPr>
          <p:spPr>
            <a:xfrm>
              <a:off x="4122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10"/>
            <p:cNvCxnSpPr/>
            <p:nvPr/>
          </p:nvCxnSpPr>
          <p:spPr>
            <a:xfrm>
              <a:off x="4122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11"/>
            <p:cNvCxnSpPr/>
            <p:nvPr/>
          </p:nvCxnSpPr>
          <p:spPr>
            <a:xfrm>
              <a:off x="4122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2"/>
            <p:cNvCxnSpPr/>
            <p:nvPr/>
          </p:nvCxnSpPr>
          <p:spPr>
            <a:xfrm>
              <a:off x="4122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13"/>
            <p:cNvCxnSpPr/>
            <p:nvPr/>
          </p:nvCxnSpPr>
          <p:spPr>
            <a:xfrm>
              <a:off x="4122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マスの線 14"/>
            <p:cNvCxnSpPr/>
            <p:nvPr/>
          </p:nvCxnSpPr>
          <p:spPr>
            <a:xfrm>
              <a:off x="4122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マスの線 15"/>
            <p:cNvCxnSpPr/>
            <p:nvPr/>
          </p:nvCxnSpPr>
          <p:spPr>
            <a:xfrm>
              <a:off x="4122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マスの線 16"/>
            <p:cNvCxnSpPr/>
            <p:nvPr/>
          </p:nvCxnSpPr>
          <p:spPr>
            <a:xfrm>
              <a:off x="4122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マスの線 17"/>
            <p:cNvCxnSpPr/>
            <p:nvPr/>
          </p:nvCxnSpPr>
          <p:spPr>
            <a:xfrm>
              <a:off x="4122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6行目（右から）"/>
          <p:cNvGrpSpPr/>
          <p:nvPr/>
        </p:nvGrpSpPr>
        <p:grpSpPr>
          <a:xfrm>
            <a:off x="3564000" y="900000"/>
            <a:ext cx="432000" cy="7776000"/>
            <a:chOff x="3564000" y="900000"/>
            <a:chExt cx="432000" cy="7776000"/>
          </a:xfrm>
        </p:grpSpPr>
        <p:sp>
          <p:nvSpPr>
            <p:cNvPr id="101" name="外わく"/>
            <p:cNvSpPr/>
            <p:nvPr/>
          </p:nvSpPr>
          <p:spPr>
            <a:xfrm>
              <a:off x="3564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2" name="マスの線 1"/>
            <p:cNvCxnSpPr/>
            <p:nvPr/>
          </p:nvCxnSpPr>
          <p:spPr>
            <a:xfrm>
              <a:off x="3564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マスの線 2"/>
            <p:cNvCxnSpPr/>
            <p:nvPr/>
          </p:nvCxnSpPr>
          <p:spPr>
            <a:xfrm>
              <a:off x="3564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3"/>
            <p:cNvCxnSpPr/>
            <p:nvPr/>
          </p:nvCxnSpPr>
          <p:spPr>
            <a:xfrm>
              <a:off x="3564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4"/>
            <p:cNvCxnSpPr/>
            <p:nvPr/>
          </p:nvCxnSpPr>
          <p:spPr>
            <a:xfrm>
              <a:off x="3564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5"/>
            <p:cNvCxnSpPr/>
            <p:nvPr/>
          </p:nvCxnSpPr>
          <p:spPr>
            <a:xfrm>
              <a:off x="3564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6"/>
            <p:cNvCxnSpPr/>
            <p:nvPr/>
          </p:nvCxnSpPr>
          <p:spPr>
            <a:xfrm>
              <a:off x="3564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7"/>
            <p:cNvCxnSpPr/>
            <p:nvPr/>
          </p:nvCxnSpPr>
          <p:spPr>
            <a:xfrm>
              <a:off x="3564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マスの線 8"/>
            <p:cNvCxnSpPr/>
            <p:nvPr/>
          </p:nvCxnSpPr>
          <p:spPr>
            <a:xfrm>
              <a:off x="3564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マスの線 9"/>
            <p:cNvCxnSpPr/>
            <p:nvPr/>
          </p:nvCxnSpPr>
          <p:spPr>
            <a:xfrm>
              <a:off x="3564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マスの線 10"/>
            <p:cNvCxnSpPr/>
            <p:nvPr/>
          </p:nvCxnSpPr>
          <p:spPr>
            <a:xfrm>
              <a:off x="3564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マスの線 11"/>
            <p:cNvCxnSpPr/>
            <p:nvPr/>
          </p:nvCxnSpPr>
          <p:spPr>
            <a:xfrm>
              <a:off x="3564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マスの線 12"/>
            <p:cNvCxnSpPr/>
            <p:nvPr/>
          </p:nvCxnSpPr>
          <p:spPr>
            <a:xfrm>
              <a:off x="3564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マスの線 13"/>
            <p:cNvCxnSpPr/>
            <p:nvPr/>
          </p:nvCxnSpPr>
          <p:spPr>
            <a:xfrm>
              <a:off x="3564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マスの線 14"/>
            <p:cNvCxnSpPr/>
            <p:nvPr/>
          </p:nvCxnSpPr>
          <p:spPr>
            <a:xfrm>
              <a:off x="3564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マスの線 15"/>
            <p:cNvCxnSpPr/>
            <p:nvPr/>
          </p:nvCxnSpPr>
          <p:spPr>
            <a:xfrm>
              <a:off x="3564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マスの線 16"/>
            <p:cNvCxnSpPr/>
            <p:nvPr/>
          </p:nvCxnSpPr>
          <p:spPr>
            <a:xfrm>
              <a:off x="3564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マスの線 17"/>
            <p:cNvCxnSpPr/>
            <p:nvPr/>
          </p:nvCxnSpPr>
          <p:spPr>
            <a:xfrm>
              <a:off x="3564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7行目（右から）"/>
          <p:cNvGrpSpPr/>
          <p:nvPr/>
        </p:nvGrpSpPr>
        <p:grpSpPr>
          <a:xfrm>
            <a:off x="3006000" y="900000"/>
            <a:ext cx="432000" cy="7776000"/>
            <a:chOff x="3006000" y="900000"/>
            <a:chExt cx="432000" cy="7776000"/>
          </a:xfrm>
        </p:grpSpPr>
        <p:sp>
          <p:nvSpPr>
            <p:cNvPr id="120" name="外わく"/>
            <p:cNvSpPr/>
            <p:nvPr/>
          </p:nvSpPr>
          <p:spPr>
            <a:xfrm>
              <a:off x="3006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1" name="マスの線 1"/>
            <p:cNvCxnSpPr/>
            <p:nvPr/>
          </p:nvCxnSpPr>
          <p:spPr>
            <a:xfrm>
              <a:off x="3006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マスの線 2"/>
            <p:cNvCxnSpPr/>
            <p:nvPr/>
          </p:nvCxnSpPr>
          <p:spPr>
            <a:xfrm>
              <a:off x="3006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マスの線 3"/>
            <p:cNvCxnSpPr/>
            <p:nvPr/>
          </p:nvCxnSpPr>
          <p:spPr>
            <a:xfrm>
              <a:off x="3006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マスの線 4"/>
            <p:cNvCxnSpPr/>
            <p:nvPr/>
          </p:nvCxnSpPr>
          <p:spPr>
            <a:xfrm>
              <a:off x="3006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マスの線 5"/>
            <p:cNvCxnSpPr/>
            <p:nvPr/>
          </p:nvCxnSpPr>
          <p:spPr>
            <a:xfrm>
              <a:off x="3006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マスの線 6"/>
            <p:cNvCxnSpPr/>
            <p:nvPr/>
          </p:nvCxnSpPr>
          <p:spPr>
            <a:xfrm>
              <a:off x="3006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マスの線 7"/>
            <p:cNvCxnSpPr/>
            <p:nvPr/>
          </p:nvCxnSpPr>
          <p:spPr>
            <a:xfrm>
              <a:off x="3006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マスの線 8"/>
            <p:cNvCxnSpPr/>
            <p:nvPr/>
          </p:nvCxnSpPr>
          <p:spPr>
            <a:xfrm>
              <a:off x="3006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マスの線 9"/>
            <p:cNvCxnSpPr/>
            <p:nvPr/>
          </p:nvCxnSpPr>
          <p:spPr>
            <a:xfrm>
              <a:off x="3006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マスの線 10"/>
            <p:cNvCxnSpPr/>
            <p:nvPr/>
          </p:nvCxnSpPr>
          <p:spPr>
            <a:xfrm>
              <a:off x="3006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マスの線 11"/>
            <p:cNvCxnSpPr/>
            <p:nvPr/>
          </p:nvCxnSpPr>
          <p:spPr>
            <a:xfrm>
              <a:off x="3006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マスの線 12"/>
            <p:cNvCxnSpPr/>
            <p:nvPr/>
          </p:nvCxnSpPr>
          <p:spPr>
            <a:xfrm>
              <a:off x="3006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マスの線 13"/>
            <p:cNvCxnSpPr/>
            <p:nvPr/>
          </p:nvCxnSpPr>
          <p:spPr>
            <a:xfrm>
              <a:off x="3006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マスの線 14"/>
            <p:cNvCxnSpPr/>
            <p:nvPr/>
          </p:nvCxnSpPr>
          <p:spPr>
            <a:xfrm>
              <a:off x="3006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マスの線 15"/>
            <p:cNvCxnSpPr/>
            <p:nvPr/>
          </p:nvCxnSpPr>
          <p:spPr>
            <a:xfrm>
              <a:off x="3006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マスの線 16"/>
            <p:cNvCxnSpPr/>
            <p:nvPr/>
          </p:nvCxnSpPr>
          <p:spPr>
            <a:xfrm>
              <a:off x="3006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マスの線 17"/>
            <p:cNvCxnSpPr/>
            <p:nvPr/>
          </p:nvCxnSpPr>
          <p:spPr>
            <a:xfrm>
              <a:off x="3006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8行目（右から）"/>
          <p:cNvGrpSpPr/>
          <p:nvPr/>
        </p:nvGrpSpPr>
        <p:grpSpPr>
          <a:xfrm>
            <a:off x="2448000" y="900000"/>
            <a:ext cx="432000" cy="7776000"/>
            <a:chOff x="2448000" y="900000"/>
            <a:chExt cx="432000" cy="7776000"/>
          </a:xfrm>
        </p:grpSpPr>
        <p:sp>
          <p:nvSpPr>
            <p:cNvPr id="139" name="外わく"/>
            <p:cNvSpPr/>
            <p:nvPr/>
          </p:nvSpPr>
          <p:spPr>
            <a:xfrm>
              <a:off x="2448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0" name="マスの線 1"/>
            <p:cNvCxnSpPr/>
            <p:nvPr/>
          </p:nvCxnSpPr>
          <p:spPr>
            <a:xfrm>
              <a:off x="2448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マスの線 2"/>
            <p:cNvCxnSpPr/>
            <p:nvPr/>
          </p:nvCxnSpPr>
          <p:spPr>
            <a:xfrm>
              <a:off x="2448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マスの線 3"/>
            <p:cNvCxnSpPr/>
            <p:nvPr/>
          </p:nvCxnSpPr>
          <p:spPr>
            <a:xfrm>
              <a:off x="2448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マスの線 4"/>
            <p:cNvCxnSpPr/>
            <p:nvPr/>
          </p:nvCxnSpPr>
          <p:spPr>
            <a:xfrm>
              <a:off x="2448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マスの線 5"/>
            <p:cNvCxnSpPr/>
            <p:nvPr/>
          </p:nvCxnSpPr>
          <p:spPr>
            <a:xfrm>
              <a:off x="2448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マスの線 6"/>
            <p:cNvCxnSpPr/>
            <p:nvPr/>
          </p:nvCxnSpPr>
          <p:spPr>
            <a:xfrm>
              <a:off x="2448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マスの線 7"/>
            <p:cNvCxnSpPr/>
            <p:nvPr/>
          </p:nvCxnSpPr>
          <p:spPr>
            <a:xfrm>
              <a:off x="2448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マスの線 8"/>
            <p:cNvCxnSpPr/>
            <p:nvPr/>
          </p:nvCxnSpPr>
          <p:spPr>
            <a:xfrm>
              <a:off x="2448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マスの線 9"/>
            <p:cNvCxnSpPr/>
            <p:nvPr/>
          </p:nvCxnSpPr>
          <p:spPr>
            <a:xfrm>
              <a:off x="2448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マスの線 10"/>
            <p:cNvCxnSpPr/>
            <p:nvPr/>
          </p:nvCxnSpPr>
          <p:spPr>
            <a:xfrm>
              <a:off x="2448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マスの線 11"/>
            <p:cNvCxnSpPr/>
            <p:nvPr/>
          </p:nvCxnSpPr>
          <p:spPr>
            <a:xfrm>
              <a:off x="2448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マスの線 12"/>
            <p:cNvCxnSpPr/>
            <p:nvPr/>
          </p:nvCxnSpPr>
          <p:spPr>
            <a:xfrm>
              <a:off x="2448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マスの線 13"/>
            <p:cNvCxnSpPr/>
            <p:nvPr/>
          </p:nvCxnSpPr>
          <p:spPr>
            <a:xfrm>
              <a:off x="2448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マスの線 14"/>
            <p:cNvCxnSpPr/>
            <p:nvPr/>
          </p:nvCxnSpPr>
          <p:spPr>
            <a:xfrm>
              <a:off x="2448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マスの線 15"/>
            <p:cNvCxnSpPr/>
            <p:nvPr/>
          </p:nvCxnSpPr>
          <p:spPr>
            <a:xfrm>
              <a:off x="2448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マスの線 16"/>
            <p:cNvCxnSpPr/>
            <p:nvPr/>
          </p:nvCxnSpPr>
          <p:spPr>
            <a:xfrm>
              <a:off x="2448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マスの線 17"/>
            <p:cNvCxnSpPr/>
            <p:nvPr/>
          </p:nvCxnSpPr>
          <p:spPr>
            <a:xfrm>
              <a:off x="2448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9行目（右から）"/>
          <p:cNvGrpSpPr/>
          <p:nvPr/>
        </p:nvGrpSpPr>
        <p:grpSpPr>
          <a:xfrm>
            <a:off x="1890000" y="900000"/>
            <a:ext cx="432000" cy="7776000"/>
            <a:chOff x="1890000" y="900000"/>
            <a:chExt cx="432000" cy="7776000"/>
          </a:xfrm>
        </p:grpSpPr>
        <p:sp>
          <p:nvSpPr>
            <p:cNvPr id="158" name="外わく"/>
            <p:cNvSpPr/>
            <p:nvPr/>
          </p:nvSpPr>
          <p:spPr>
            <a:xfrm>
              <a:off x="1890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9" name="マスの線 1"/>
            <p:cNvCxnSpPr/>
            <p:nvPr/>
          </p:nvCxnSpPr>
          <p:spPr>
            <a:xfrm>
              <a:off x="1890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マスの線 2"/>
            <p:cNvCxnSpPr/>
            <p:nvPr/>
          </p:nvCxnSpPr>
          <p:spPr>
            <a:xfrm>
              <a:off x="1890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マスの線 3"/>
            <p:cNvCxnSpPr/>
            <p:nvPr/>
          </p:nvCxnSpPr>
          <p:spPr>
            <a:xfrm>
              <a:off x="1890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マスの線 4"/>
            <p:cNvCxnSpPr/>
            <p:nvPr/>
          </p:nvCxnSpPr>
          <p:spPr>
            <a:xfrm>
              <a:off x="1890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マスの線 5"/>
            <p:cNvCxnSpPr/>
            <p:nvPr/>
          </p:nvCxnSpPr>
          <p:spPr>
            <a:xfrm>
              <a:off x="1890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マスの線 6"/>
            <p:cNvCxnSpPr/>
            <p:nvPr/>
          </p:nvCxnSpPr>
          <p:spPr>
            <a:xfrm>
              <a:off x="1890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マスの線 7"/>
            <p:cNvCxnSpPr/>
            <p:nvPr/>
          </p:nvCxnSpPr>
          <p:spPr>
            <a:xfrm>
              <a:off x="1890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マスの線 8"/>
            <p:cNvCxnSpPr/>
            <p:nvPr/>
          </p:nvCxnSpPr>
          <p:spPr>
            <a:xfrm>
              <a:off x="1890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マスの線 9"/>
            <p:cNvCxnSpPr/>
            <p:nvPr/>
          </p:nvCxnSpPr>
          <p:spPr>
            <a:xfrm>
              <a:off x="1890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マスの線 10"/>
            <p:cNvCxnSpPr/>
            <p:nvPr/>
          </p:nvCxnSpPr>
          <p:spPr>
            <a:xfrm>
              <a:off x="1890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マスの線 11"/>
            <p:cNvCxnSpPr/>
            <p:nvPr/>
          </p:nvCxnSpPr>
          <p:spPr>
            <a:xfrm>
              <a:off x="1890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マスの線 12"/>
            <p:cNvCxnSpPr/>
            <p:nvPr/>
          </p:nvCxnSpPr>
          <p:spPr>
            <a:xfrm>
              <a:off x="1890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マスの線 13"/>
            <p:cNvCxnSpPr/>
            <p:nvPr/>
          </p:nvCxnSpPr>
          <p:spPr>
            <a:xfrm>
              <a:off x="1890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マスの線 14"/>
            <p:cNvCxnSpPr/>
            <p:nvPr/>
          </p:nvCxnSpPr>
          <p:spPr>
            <a:xfrm>
              <a:off x="1890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マスの線 15"/>
            <p:cNvCxnSpPr/>
            <p:nvPr/>
          </p:nvCxnSpPr>
          <p:spPr>
            <a:xfrm>
              <a:off x="1890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マスの線 16"/>
            <p:cNvCxnSpPr/>
            <p:nvPr/>
          </p:nvCxnSpPr>
          <p:spPr>
            <a:xfrm>
              <a:off x="1890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マスの線 17"/>
            <p:cNvCxnSpPr/>
            <p:nvPr/>
          </p:nvCxnSpPr>
          <p:spPr>
            <a:xfrm>
              <a:off x="1890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10行目（右から）"/>
          <p:cNvGrpSpPr/>
          <p:nvPr/>
        </p:nvGrpSpPr>
        <p:grpSpPr>
          <a:xfrm>
            <a:off x="1332000" y="900000"/>
            <a:ext cx="432000" cy="7776000"/>
            <a:chOff x="1332000" y="900000"/>
            <a:chExt cx="432000" cy="7776000"/>
          </a:xfrm>
        </p:grpSpPr>
        <p:sp>
          <p:nvSpPr>
            <p:cNvPr id="177" name="外わく"/>
            <p:cNvSpPr/>
            <p:nvPr/>
          </p:nvSpPr>
          <p:spPr>
            <a:xfrm>
              <a:off x="1332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8" name="マスの線 1"/>
            <p:cNvCxnSpPr/>
            <p:nvPr/>
          </p:nvCxnSpPr>
          <p:spPr>
            <a:xfrm>
              <a:off x="1332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マスの線 2"/>
            <p:cNvCxnSpPr/>
            <p:nvPr/>
          </p:nvCxnSpPr>
          <p:spPr>
            <a:xfrm>
              <a:off x="1332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マスの線 3"/>
            <p:cNvCxnSpPr/>
            <p:nvPr/>
          </p:nvCxnSpPr>
          <p:spPr>
            <a:xfrm>
              <a:off x="1332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マスの線 4"/>
            <p:cNvCxnSpPr/>
            <p:nvPr/>
          </p:nvCxnSpPr>
          <p:spPr>
            <a:xfrm>
              <a:off x="1332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マスの線 5"/>
            <p:cNvCxnSpPr/>
            <p:nvPr/>
          </p:nvCxnSpPr>
          <p:spPr>
            <a:xfrm>
              <a:off x="1332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マスの線 6"/>
            <p:cNvCxnSpPr/>
            <p:nvPr/>
          </p:nvCxnSpPr>
          <p:spPr>
            <a:xfrm>
              <a:off x="1332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マスの線 7"/>
            <p:cNvCxnSpPr/>
            <p:nvPr/>
          </p:nvCxnSpPr>
          <p:spPr>
            <a:xfrm>
              <a:off x="1332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マスの線 8"/>
            <p:cNvCxnSpPr/>
            <p:nvPr/>
          </p:nvCxnSpPr>
          <p:spPr>
            <a:xfrm>
              <a:off x="1332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マスの線 9"/>
            <p:cNvCxnSpPr/>
            <p:nvPr/>
          </p:nvCxnSpPr>
          <p:spPr>
            <a:xfrm>
              <a:off x="1332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マスの線 10"/>
            <p:cNvCxnSpPr/>
            <p:nvPr/>
          </p:nvCxnSpPr>
          <p:spPr>
            <a:xfrm>
              <a:off x="1332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マスの線 11"/>
            <p:cNvCxnSpPr/>
            <p:nvPr/>
          </p:nvCxnSpPr>
          <p:spPr>
            <a:xfrm>
              <a:off x="1332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マスの線 12"/>
            <p:cNvCxnSpPr/>
            <p:nvPr/>
          </p:nvCxnSpPr>
          <p:spPr>
            <a:xfrm>
              <a:off x="1332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マスの線 13"/>
            <p:cNvCxnSpPr/>
            <p:nvPr/>
          </p:nvCxnSpPr>
          <p:spPr>
            <a:xfrm>
              <a:off x="1332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マスの線 14"/>
            <p:cNvCxnSpPr/>
            <p:nvPr/>
          </p:nvCxnSpPr>
          <p:spPr>
            <a:xfrm>
              <a:off x="1332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マスの線 15"/>
            <p:cNvCxnSpPr/>
            <p:nvPr/>
          </p:nvCxnSpPr>
          <p:spPr>
            <a:xfrm>
              <a:off x="1332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マスの線 16"/>
            <p:cNvCxnSpPr/>
            <p:nvPr/>
          </p:nvCxnSpPr>
          <p:spPr>
            <a:xfrm>
              <a:off x="1332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マスの線 17"/>
            <p:cNvCxnSpPr/>
            <p:nvPr/>
          </p:nvCxnSpPr>
          <p:spPr>
            <a:xfrm>
              <a:off x="1332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11行目（右から）"/>
          <p:cNvGrpSpPr/>
          <p:nvPr/>
        </p:nvGrpSpPr>
        <p:grpSpPr>
          <a:xfrm>
            <a:off x="774000" y="900000"/>
            <a:ext cx="432000" cy="7776000"/>
            <a:chOff x="774000" y="900000"/>
            <a:chExt cx="432000" cy="7776000"/>
          </a:xfrm>
        </p:grpSpPr>
        <p:sp>
          <p:nvSpPr>
            <p:cNvPr id="196" name="外わく"/>
            <p:cNvSpPr/>
            <p:nvPr/>
          </p:nvSpPr>
          <p:spPr>
            <a:xfrm>
              <a:off x="774000" y="900000"/>
              <a:ext cx="432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7" name="マスの線 1"/>
            <p:cNvCxnSpPr/>
            <p:nvPr/>
          </p:nvCxnSpPr>
          <p:spPr>
            <a:xfrm>
              <a:off x="774000" y="133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マスの線 2"/>
            <p:cNvCxnSpPr/>
            <p:nvPr/>
          </p:nvCxnSpPr>
          <p:spPr>
            <a:xfrm>
              <a:off x="774000" y="176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マスの線 3"/>
            <p:cNvCxnSpPr/>
            <p:nvPr/>
          </p:nvCxnSpPr>
          <p:spPr>
            <a:xfrm>
              <a:off x="774000" y="219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マスの線 4"/>
            <p:cNvCxnSpPr/>
            <p:nvPr/>
          </p:nvCxnSpPr>
          <p:spPr>
            <a:xfrm>
              <a:off x="774000" y="262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マスの線 5"/>
            <p:cNvCxnSpPr/>
            <p:nvPr/>
          </p:nvCxnSpPr>
          <p:spPr>
            <a:xfrm>
              <a:off x="774000" y="306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マスの線 6"/>
            <p:cNvCxnSpPr/>
            <p:nvPr/>
          </p:nvCxnSpPr>
          <p:spPr>
            <a:xfrm>
              <a:off x="774000" y="349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マスの線 7"/>
            <p:cNvCxnSpPr/>
            <p:nvPr/>
          </p:nvCxnSpPr>
          <p:spPr>
            <a:xfrm>
              <a:off x="774000" y="392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マスの線 8"/>
            <p:cNvCxnSpPr/>
            <p:nvPr/>
          </p:nvCxnSpPr>
          <p:spPr>
            <a:xfrm>
              <a:off x="774000" y="435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マスの線 9"/>
            <p:cNvCxnSpPr/>
            <p:nvPr/>
          </p:nvCxnSpPr>
          <p:spPr>
            <a:xfrm>
              <a:off x="774000" y="478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マスの線 10"/>
            <p:cNvCxnSpPr/>
            <p:nvPr/>
          </p:nvCxnSpPr>
          <p:spPr>
            <a:xfrm>
              <a:off x="774000" y="522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マスの線 11"/>
            <p:cNvCxnSpPr/>
            <p:nvPr/>
          </p:nvCxnSpPr>
          <p:spPr>
            <a:xfrm>
              <a:off x="774000" y="565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マスの線 12"/>
            <p:cNvCxnSpPr/>
            <p:nvPr/>
          </p:nvCxnSpPr>
          <p:spPr>
            <a:xfrm>
              <a:off x="774000" y="608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マスの線 13"/>
            <p:cNvCxnSpPr/>
            <p:nvPr/>
          </p:nvCxnSpPr>
          <p:spPr>
            <a:xfrm>
              <a:off x="774000" y="6516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マスの線 14"/>
            <p:cNvCxnSpPr/>
            <p:nvPr/>
          </p:nvCxnSpPr>
          <p:spPr>
            <a:xfrm>
              <a:off x="774000" y="6948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マスの線 15"/>
            <p:cNvCxnSpPr/>
            <p:nvPr/>
          </p:nvCxnSpPr>
          <p:spPr>
            <a:xfrm>
              <a:off x="774000" y="7380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マスの線 16"/>
            <p:cNvCxnSpPr/>
            <p:nvPr/>
          </p:nvCxnSpPr>
          <p:spPr>
            <a:xfrm>
              <a:off x="774000" y="7812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マスの線 17"/>
            <p:cNvCxnSpPr/>
            <p:nvPr/>
          </p:nvCxnSpPr>
          <p:spPr>
            <a:xfrm>
              <a:off x="774000" y="8244000"/>
              <a:ext cx="432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4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971482"/>
            <a:ext cx="1584000" cy="1288517"/>
          </a:xfrm>
          <a:prstGeom prst="rect">
            <a:avLst/>
          </a:prstGeom>
        </p:spPr>
      </p:pic>
      <p:sp>
        <p:nvSpPr>
          <p:cNvPr id="215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3・4年／マス 12mm</a:t>
            </a:r>
          </a:p>
        </p:txBody>
      </p:sp>
      <p:sp>
        <p:nvSpPr>
          <p:cNvPr id="216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