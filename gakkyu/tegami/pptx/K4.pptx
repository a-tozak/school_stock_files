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冬の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350117"/>
            <a:ext cx="1728000" cy="909882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