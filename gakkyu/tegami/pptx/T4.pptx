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6516000" y="900000"/>
            <a:ext cx="324000" cy="7776000"/>
            <a:chOff x="6516000" y="900000"/>
            <a:chExt cx="324000" cy="7776000"/>
          </a:xfrm>
        </p:grpSpPr>
        <p:sp>
          <p:nvSpPr>
            <p:cNvPr id="6" name="外わく"/>
            <p:cNvSpPr/>
            <p:nvPr/>
          </p:nvSpPr>
          <p:spPr>
            <a:xfrm>
              <a:off x="6516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6516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6516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6516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6516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6516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6516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6516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6516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6516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6516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516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6516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6516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マスの線 14"/>
            <p:cNvCxnSpPr/>
            <p:nvPr/>
          </p:nvCxnSpPr>
          <p:spPr>
            <a:xfrm>
              <a:off x="6516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15"/>
            <p:cNvCxnSpPr/>
            <p:nvPr/>
          </p:nvCxnSpPr>
          <p:spPr>
            <a:xfrm>
              <a:off x="6516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16"/>
            <p:cNvCxnSpPr/>
            <p:nvPr/>
          </p:nvCxnSpPr>
          <p:spPr>
            <a:xfrm>
              <a:off x="6516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17"/>
            <p:cNvCxnSpPr/>
            <p:nvPr/>
          </p:nvCxnSpPr>
          <p:spPr>
            <a:xfrm>
              <a:off x="6516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18"/>
            <p:cNvCxnSpPr/>
            <p:nvPr/>
          </p:nvCxnSpPr>
          <p:spPr>
            <a:xfrm>
              <a:off x="6516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19"/>
            <p:cNvCxnSpPr/>
            <p:nvPr/>
          </p:nvCxnSpPr>
          <p:spPr>
            <a:xfrm>
              <a:off x="6516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20"/>
            <p:cNvCxnSpPr/>
            <p:nvPr/>
          </p:nvCxnSpPr>
          <p:spPr>
            <a:xfrm>
              <a:off x="6516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21"/>
            <p:cNvCxnSpPr/>
            <p:nvPr/>
          </p:nvCxnSpPr>
          <p:spPr>
            <a:xfrm>
              <a:off x="6516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22"/>
            <p:cNvCxnSpPr/>
            <p:nvPr/>
          </p:nvCxnSpPr>
          <p:spPr>
            <a:xfrm>
              <a:off x="6516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23"/>
            <p:cNvCxnSpPr/>
            <p:nvPr/>
          </p:nvCxnSpPr>
          <p:spPr>
            <a:xfrm>
              <a:off x="6516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2行目（右から）"/>
          <p:cNvGrpSpPr/>
          <p:nvPr/>
        </p:nvGrpSpPr>
        <p:grpSpPr>
          <a:xfrm>
            <a:off x="6102000" y="900000"/>
            <a:ext cx="324000" cy="7776000"/>
            <a:chOff x="6102000" y="900000"/>
            <a:chExt cx="324000" cy="7776000"/>
          </a:xfrm>
        </p:grpSpPr>
        <p:sp>
          <p:nvSpPr>
            <p:cNvPr id="31" name="外わく"/>
            <p:cNvSpPr/>
            <p:nvPr/>
          </p:nvSpPr>
          <p:spPr>
            <a:xfrm>
              <a:off x="6102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マスの線 1"/>
            <p:cNvCxnSpPr/>
            <p:nvPr/>
          </p:nvCxnSpPr>
          <p:spPr>
            <a:xfrm>
              <a:off x="6102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2"/>
            <p:cNvCxnSpPr/>
            <p:nvPr/>
          </p:nvCxnSpPr>
          <p:spPr>
            <a:xfrm>
              <a:off x="6102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3"/>
            <p:cNvCxnSpPr/>
            <p:nvPr/>
          </p:nvCxnSpPr>
          <p:spPr>
            <a:xfrm>
              <a:off x="6102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4"/>
            <p:cNvCxnSpPr/>
            <p:nvPr/>
          </p:nvCxnSpPr>
          <p:spPr>
            <a:xfrm>
              <a:off x="6102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5"/>
            <p:cNvCxnSpPr/>
            <p:nvPr/>
          </p:nvCxnSpPr>
          <p:spPr>
            <a:xfrm>
              <a:off x="6102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6"/>
            <p:cNvCxnSpPr/>
            <p:nvPr/>
          </p:nvCxnSpPr>
          <p:spPr>
            <a:xfrm>
              <a:off x="6102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7"/>
            <p:cNvCxnSpPr/>
            <p:nvPr/>
          </p:nvCxnSpPr>
          <p:spPr>
            <a:xfrm>
              <a:off x="6102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8"/>
            <p:cNvCxnSpPr/>
            <p:nvPr/>
          </p:nvCxnSpPr>
          <p:spPr>
            <a:xfrm>
              <a:off x="6102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9"/>
            <p:cNvCxnSpPr/>
            <p:nvPr/>
          </p:nvCxnSpPr>
          <p:spPr>
            <a:xfrm>
              <a:off x="6102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10"/>
            <p:cNvCxnSpPr/>
            <p:nvPr/>
          </p:nvCxnSpPr>
          <p:spPr>
            <a:xfrm>
              <a:off x="6102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1"/>
            <p:cNvCxnSpPr/>
            <p:nvPr/>
          </p:nvCxnSpPr>
          <p:spPr>
            <a:xfrm>
              <a:off x="6102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12"/>
            <p:cNvCxnSpPr/>
            <p:nvPr/>
          </p:nvCxnSpPr>
          <p:spPr>
            <a:xfrm>
              <a:off x="6102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13"/>
            <p:cNvCxnSpPr/>
            <p:nvPr/>
          </p:nvCxnSpPr>
          <p:spPr>
            <a:xfrm>
              <a:off x="6102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14"/>
            <p:cNvCxnSpPr/>
            <p:nvPr/>
          </p:nvCxnSpPr>
          <p:spPr>
            <a:xfrm>
              <a:off x="6102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15"/>
            <p:cNvCxnSpPr/>
            <p:nvPr/>
          </p:nvCxnSpPr>
          <p:spPr>
            <a:xfrm>
              <a:off x="6102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16"/>
            <p:cNvCxnSpPr/>
            <p:nvPr/>
          </p:nvCxnSpPr>
          <p:spPr>
            <a:xfrm>
              <a:off x="6102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7"/>
            <p:cNvCxnSpPr/>
            <p:nvPr/>
          </p:nvCxnSpPr>
          <p:spPr>
            <a:xfrm>
              <a:off x="6102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18"/>
            <p:cNvCxnSpPr/>
            <p:nvPr/>
          </p:nvCxnSpPr>
          <p:spPr>
            <a:xfrm>
              <a:off x="6102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19"/>
            <p:cNvCxnSpPr/>
            <p:nvPr/>
          </p:nvCxnSpPr>
          <p:spPr>
            <a:xfrm>
              <a:off x="6102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20"/>
            <p:cNvCxnSpPr/>
            <p:nvPr/>
          </p:nvCxnSpPr>
          <p:spPr>
            <a:xfrm>
              <a:off x="6102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21"/>
            <p:cNvCxnSpPr/>
            <p:nvPr/>
          </p:nvCxnSpPr>
          <p:spPr>
            <a:xfrm>
              <a:off x="6102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22"/>
            <p:cNvCxnSpPr/>
            <p:nvPr/>
          </p:nvCxnSpPr>
          <p:spPr>
            <a:xfrm>
              <a:off x="6102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23"/>
            <p:cNvCxnSpPr/>
            <p:nvPr/>
          </p:nvCxnSpPr>
          <p:spPr>
            <a:xfrm>
              <a:off x="6102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3行目（右から）"/>
          <p:cNvGrpSpPr/>
          <p:nvPr/>
        </p:nvGrpSpPr>
        <p:grpSpPr>
          <a:xfrm>
            <a:off x="5688000" y="900000"/>
            <a:ext cx="324000" cy="7776000"/>
            <a:chOff x="5688000" y="900000"/>
            <a:chExt cx="324000" cy="7776000"/>
          </a:xfrm>
        </p:grpSpPr>
        <p:sp>
          <p:nvSpPr>
            <p:cNvPr id="56" name="外わく"/>
            <p:cNvSpPr/>
            <p:nvPr/>
          </p:nvSpPr>
          <p:spPr>
            <a:xfrm>
              <a:off x="5688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マスの線 1"/>
            <p:cNvCxnSpPr/>
            <p:nvPr/>
          </p:nvCxnSpPr>
          <p:spPr>
            <a:xfrm>
              <a:off x="5688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2"/>
            <p:cNvCxnSpPr/>
            <p:nvPr/>
          </p:nvCxnSpPr>
          <p:spPr>
            <a:xfrm>
              <a:off x="5688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3"/>
            <p:cNvCxnSpPr/>
            <p:nvPr/>
          </p:nvCxnSpPr>
          <p:spPr>
            <a:xfrm>
              <a:off x="5688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4"/>
            <p:cNvCxnSpPr/>
            <p:nvPr/>
          </p:nvCxnSpPr>
          <p:spPr>
            <a:xfrm>
              <a:off x="5688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5"/>
            <p:cNvCxnSpPr/>
            <p:nvPr/>
          </p:nvCxnSpPr>
          <p:spPr>
            <a:xfrm>
              <a:off x="5688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6"/>
            <p:cNvCxnSpPr/>
            <p:nvPr/>
          </p:nvCxnSpPr>
          <p:spPr>
            <a:xfrm>
              <a:off x="5688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7"/>
            <p:cNvCxnSpPr/>
            <p:nvPr/>
          </p:nvCxnSpPr>
          <p:spPr>
            <a:xfrm>
              <a:off x="5688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8"/>
            <p:cNvCxnSpPr/>
            <p:nvPr/>
          </p:nvCxnSpPr>
          <p:spPr>
            <a:xfrm>
              <a:off x="5688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9"/>
            <p:cNvCxnSpPr/>
            <p:nvPr/>
          </p:nvCxnSpPr>
          <p:spPr>
            <a:xfrm>
              <a:off x="5688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10"/>
            <p:cNvCxnSpPr/>
            <p:nvPr/>
          </p:nvCxnSpPr>
          <p:spPr>
            <a:xfrm>
              <a:off x="5688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11"/>
            <p:cNvCxnSpPr/>
            <p:nvPr/>
          </p:nvCxnSpPr>
          <p:spPr>
            <a:xfrm>
              <a:off x="5688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12"/>
            <p:cNvCxnSpPr/>
            <p:nvPr/>
          </p:nvCxnSpPr>
          <p:spPr>
            <a:xfrm>
              <a:off x="5688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13"/>
            <p:cNvCxnSpPr/>
            <p:nvPr/>
          </p:nvCxnSpPr>
          <p:spPr>
            <a:xfrm>
              <a:off x="5688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14"/>
            <p:cNvCxnSpPr/>
            <p:nvPr/>
          </p:nvCxnSpPr>
          <p:spPr>
            <a:xfrm>
              <a:off x="5688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15"/>
            <p:cNvCxnSpPr/>
            <p:nvPr/>
          </p:nvCxnSpPr>
          <p:spPr>
            <a:xfrm>
              <a:off x="5688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16"/>
            <p:cNvCxnSpPr/>
            <p:nvPr/>
          </p:nvCxnSpPr>
          <p:spPr>
            <a:xfrm>
              <a:off x="5688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17"/>
            <p:cNvCxnSpPr/>
            <p:nvPr/>
          </p:nvCxnSpPr>
          <p:spPr>
            <a:xfrm>
              <a:off x="5688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18"/>
            <p:cNvCxnSpPr/>
            <p:nvPr/>
          </p:nvCxnSpPr>
          <p:spPr>
            <a:xfrm>
              <a:off x="5688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19"/>
            <p:cNvCxnSpPr/>
            <p:nvPr/>
          </p:nvCxnSpPr>
          <p:spPr>
            <a:xfrm>
              <a:off x="5688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20"/>
            <p:cNvCxnSpPr/>
            <p:nvPr/>
          </p:nvCxnSpPr>
          <p:spPr>
            <a:xfrm>
              <a:off x="5688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21"/>
            <p:cNvCxnSpPr/>
            <p:nvPr/>
          </p:nvCxnSpPr>
          <p:spPr>
            <a:xfrm>
              <a:off x="5688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22"/>
            <p:cNvCxnSpPr/>
            <p:nvPr/>
          </p:nvCxnSpPr>
          <p:spPr>
            <a:xfrm>
              <a:off x="5688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23"/>
            <p:cNvCxnSpPr/>
            <p:nvPr/>
          </p:nvCxnSpPr>
          <p:spPr>
            <a:xfrm>
              <a:off x="5688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4行目（右から）"/>
          <p:cNvGrpSpPr/>
          <p:nvPr/>
        </p:nvGrpSpPr>
        <p:grpSpPr>
          <a:xfrm>
            <a:off x="5274000" y="900000"/>
            <a:ext cx="324000" cy="7776000"/>
            <a:chOff x="5274000" y="900000"/>
            <a:chExt cx="324000" cy="7776000"/>
          </a:xfrm>
        </p:grpSpPr>
        <p:sp>
          <p:nvSpPr>
            <p:cNvPr id="81" name="外わく"/>
            <p:cNvSpPr/>
            <p:nvPr/>
          </p:nvSpPr>
          <p:spPr>
            <a:xfrm>
              <a:off x="5274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マスの線 1"/>
            <p:cNvCxnSpPr/>
            <p:nvPr/>
          </p:nvCxnSpPr>
          <p:spPr>
            <a:xfrm>
              <a:off x="5274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2"/>
            <p:cNvCxnSpPr/>
            <p:nvPr/>
          </p:nvCxnSpPr>
          <p:spPr>
            <a:xfrm>
              <a:off x="5274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3"/>
            <p:cNvCxnSpPr/>
            <p:nvPr/>
          </p:nvCxnSpPr>
          <p:spPr>
            <a:xfrm>
              <a:off x="5274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4"/>
            <p:cNvCxnSpPr/>
            <p:nvPr/>
          </p:nvCxnSpPr>
          <p:spPr>
            <a:xfrm>
              <a:off x="5274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5"/>
            <p:cNvCxnSpPr/>
            <p:nvPr/>
          </p:nvCxnSpPr>
          <p:spPr>
            <a:xfrm>
              <a:off x="5274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6"/>
            <p:cNvCxnSpPr/>
            <p:nvPr/>
          </p:nvCxnSpPr>
          <p:spPr>
            <a:xfrm>
              <a:off x="5274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7"/>
            <p:cNvCxnSpPr/>
            <p:nvPr/>
          </p:nvCxnSpPr>
          <p:spPr>
            <a:xfrm>
              <a:off x="5274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8"/>
            <p:cNvCxnSpPr/>
            <p:nvPr/>
          </p:nvCxnSpPr>
          <p:spPr>
            <a:xfrm>
              <a:off x="5274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9"/>
            <p:cNvCxnSpPr/>
            <p:nvPr/>
          </p:nvCxnSpPr>
          <p:spPr>
            <a:xfrm>
              <a:off x="5274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10"/>
            <p:cNvCxnSpPr/>
            <p:nvPr/>
          </p:nvCxnSpPr>
          <p:spPr>
            <a:xfrm>
              <a:off x="5274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1"/>
            <p:cNvCxnSpPr/>
            <p:nvPr/>
          </p:nvCxnSpPr>
          <p:spPr>
            <a:xfrm>
              <a:off x="5274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2"/>
            <p:cNvCxnSpPr/>
            <p:nvPr/>
          </p:nvCxnSpPr>
          <p:spPr>
            <a:xfrm>
              <a:off x="5274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3"/>
            <p:cNvCxnSpPr/>
            <p:nvPr/>
          </p:nvCxnSpPr>
          <p:spPr>
            <a:xfrm>
              <a:off x="5274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14"/>
            <p:cNvCxnSpPr/>
            <p:nvPr/>
          </p:nvCxnSpPr>
          <p:spPr>
            <a:xfrm>
              <a:off x="5274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マスの線 15"/>
            <p:cNvCxnSpPr/>
            <p:nvPr/>
          </p:nvCxnSpPr>
          <p:spPr>
            <a:xfrm>
              <a:off x="5274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マスの線 16"/>
            <p:cNvCxnSpPr/>
            <p:nvPr/>
          </p:nvCxnSpPr>
          <p:spPr>
            <a:xfrm>
              <a:off x="5274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17"/>
            <p:cNvCxnSpPr/>
            <p:nvPr/>
          </p:nvCxnSpPr>
          <p:spPr>
            <a:xfrm>
              <a:off x="5274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18"/>
            <p:cNvCxnSpPr/>
            <p:nvPr/>
          </p:nvCxnSpPr>
          <p:spPr>
            <a:xfrm>
              <a:off x="5274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19"/>
            <p:cNvCxnSpPr/>
            <p:nvPr/>
          </p:nvCxnSpPr>
          <p:spPr>
            <a:xfrm>
              <a:off x="5274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20"/>
            <p:cNvCxnSpPr/>
            <p:nvPr/>
          </p:nvCxnSpPr>
          <p:spPr>
            <a:xfrm>
              <a:off x="5274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21"/>
            <p:cNvCxnSpPr/>
            <p:nvPr/>
          </p:nvCxnSpPr>
          <p:spPr>
            <a:xfrm>
              <a:off x="5274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22"/>
            <p:cNvCxnSpPr/>
            <p:nvPr/>
          </p:nvCxnSpPr>
          <p:spPr>
            <a:xfrm>
              <a:off x="5274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23"/>
            <p:cNvCxnSpPr/>
            <p:nvPr/>
          </p:nvCxnSpPr>
          <p:spPr>
            <a:xfrm>
              <a:off x="5274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5行目（右から）"/>
          <p:cNvGrpSpPr/>
          <p:nvPr/>
        </p:nvGrpSpPr>
        <p:grpSpPr>
          <a:xfrm>
            <a:off x="4860000" y="900000"/>
            <a:ext cx="324000" cy="7776000"/>
            <a:chOff x="4860000" y="900000"/>
            <a:chExt cx="324000" cy="7776000"/>
          </a:xfrm>
        </p:grpSpPr>
        <p:sp>
          <p:nvSpPr>
            <p:cNvPr id="106" name="外わく"/>
            <p:cNvSpPr/>
            <p:nvPr/>
          </p:nvSpPr>
          <p:spPr>
            <a:xfrm>
              <a:off x="4860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7" name="マスの線 1"/>
            <p:cNvCxnSpPr/>
            <p:nvPr/>
          </p:nvCxnSpPr>
          <p:spPr>
            <a:xfrm>
              <a:off x="4860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2"/>
            <p:cNvCxnSpPr/>
            <p:nvPr/>
          </p:nvCxnSpPr>
          <p:spPr>
            <a:xfrm>
              <a:off x="4860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3"/>
            <p:cNvCxnSpPr/>
            <p:nvPr/>
          </p:nvCxnSpPr>
          <p:spPr>
            <a:xfrm>
              <a:off x="4860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マスの線 4"/>
            <p:cNvCxnSpPr/>
            <p:nvPr/>
          </p:nvCxnSpPr>
          <p:spPr>
            <a:xfrm>
              <a:off x="4860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マスの線 5"/>
            <p:cNvCxnSpPr/>
            <p:nvPr/>
          </p:nvCxnSpPr>
          <p:spPr>
            <a:xfrm>
              <a:off x="4860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6"/>
            <p:cNvCxnSpPr/>
            <p:nvPr/>
          </p:nvCxnSpPr>
          <p:spPr>
            <a:xfrm>
              <a:off x="4860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7"/>
            <p:cNvCxnSpPr/>
            <p:nvPr/>
          </p:nvCxnSpPr>
          <p:spPr>
            <a:xfrm>
              <a:off x="4860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8"/>
            <p:cNvCxnSpPr/>
            <p:nvPr/>
          </p:nvCxnSpPr>
          <p:spPr>
            <a:xfrm>
              <a:off x="4860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9"/>
            <p:cNvCxnSpPr/>
            <p:nvPr/>
          </p:nvCxnSpPr>
          <p:spPr>
            <a:xfrm>
              <a:off x="4860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10"/>
            <p:cNvCxnSpPr/>
            <p:nvPr/>
          </p:nvCxnSpPr>
          <p:spPr>
            <a:xfrm>
              <a:off x="4860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11"/>
            <p:cNvCxnSpPr/>
            <p:nvPr/>
          </p:nvCxnSpPr>
          <p:spPr>
            <a:xfrm>
              <a:off x="4860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12"/>
            <p:cNvCxnSpPr/>
            <p:nvPr/>
          </p:nvCxnSpPr>
          <p:spPr>
            <a:xfrm>
              <a:off x="4860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マスの線 13"/>
            <p:cNvCxnSpPr/>
            <p:nvPr/>
          </p:nvCxnSpPr>
          <p:spPr>
            <a:xfrm>
              <a:off x="4860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マスの線 14"/>
            <p:cNvCxnSpPr/>
            <p:nvPr/>
          </p:nvCxnSpPr>
          <p:spPr>
            <a:xfrm>
              <a:off x="4860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マスの線 15"/>
            <p:cNvCxnSpPr/>
            <p:nvPr/>
          </p:nvCxnSpPr>
          <p:spPr>
            <a:xfrm>
              <a:off x="4860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16"/>
            <p:cNvCxnSpPr/>
            <p:nvPr/>
          </p:nvCxnSpPr>
          <p:spPr>
            <a:xfrm>
              <a:off x="4860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17"/>
            <p:cNvCxnSpPr/>
            <p:nvPr/>
          </p:nvCxnSpPr>
          <p:spPr>
            <a:xfrm>
              <a:off x="4860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18"/>
            <p:cNvCxnSpPr/>
            <p:nvPr/>
          </p:nvCxnSpPr>
          <p:spPr>
            <a:xfrm>
              <a:off x="4860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19"/>
            <p:cNvCxnSpPr/>
            <p:nvPr/>
          </p:nvCxnSpPr>
          <p:spPr>
            <a:xfrm>
              <a:off x="4860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20"/>
            <p:cNvCxnSpPr/>
            <p:nvPr/>
          </p:nvCxnSpPr>
          <p:spPr>
            <a:xfrm>
              <a:off x="4860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21"/>
            <p:cNvCxnSpPr/>
            <p:nvPr/>
          </p:nvCxnSpPr>
          <p:spPr>
            <a:xfrm>
              <a:off x="4860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22"/>
            <p:cNvCxnSpPr/>
            <p:nvPr/>
          </p:nvCxnSpPr>
          <p:spPr>
            <a:xfrm>
              <a:off x="4860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23"/>
            <p:cNvCxnSpPr/>
            <p:nvPr/>
          </p:nvCxnSpPr>
          <p:spPr>
            <a:xfrm>
              <a:off x="4860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6行目（右から）"/>
          <p:cNvGrpSpPr/>
          <p:nvPr/>
        </p:nvGrpSpPr>
        <p:grpSpPr>
          <a:xfrm>
            <a:off x="4446000" y="900000"/>
            <a:ext cx="324000" cy="7776000"/>
            <a:chOff x="4446000" y="900000"/>
            <a:chExt cx="324000" cy="7776000"/>
          </a:xfrm>
        </p:grpSpPr>
        <p:sp>
          <p:nvSpPr>
            <p:cNvPr id="131" name="外わく"/>
            <p:cNvSpPr/>
            <p:nvPr/>
          </p:nvSpPr>
          <p:spPr>
            <a:xfrm>
              <a:off x="4446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2" name="マスの線 1"/>
            <p:cNvCxnSpPr/>
            <p:nvPr/>
          </p:nvCxnSpPr>
          <p:spPr>
            <a:xfrm>
              <a:off x="4446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2"/>
            <p:cNvCxnSpPr/>
            <p:nvPr/>
          </p:nvCxnSpPr>
          <p:spPr>
            <a:xfrm>
              <a:off x="4446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3"/>
            <p:cNvCxnSpPr/>
            <p:nvPr/>
          </p:nvCxnSpPr>
          <p:spPr>
            <a:xfrm>
              <a:off x="4446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4"/>
            <p:cNvCxnSpPr/>
            <p:nvPr/>
          </p:nvCxnSpPr>
          <p:spPr>
            <a:xfrm>
              <a:off x="4446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5"/>
            <p:cNvCxnSpPr/>
            <p:nvPr/>
          </p:nvCxnSpPr>
          <p:spPr>
            <a:xfrm>
              <a:off x="4446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6"/>
            <p:cNvCxnSpPr/>
            <p:nvPr/>
          </p:nvCxnSpPr>
          <p:spPr>
            <a:xfrm>
              <a:off x="4446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7"/>
            <p:cNvCxnSpPr/>
            <p:nvPr/>
          </p:nvCxnSpPr>
          <p:spPr>
            <a:xfrm>
              <a:off x="4446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8"/>
            <p:cNvCxnSpPr/>
            <p:nvPr/>
          </p:nvCxnSpPr>
          <p:spPr>
            <a:xfrm>
              <a:off x="4446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マスの線 9"/>
            <p:cNvCxnSpPr/>
            <p:nvPr/>
          </p:nvCxnSpPr>
          <p:spPr>
            <a:xfrm>
              <a:off x="4446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10"/>
            <p:cNvCxnSpPr/>
            <p:nvPr/>
          </p:nvCxnSpPr>
          <p:spPr>
            <a:xfrm>
              <a:off x="4446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11"/>
            <p:cNvCxnSpPr/>
            <p:nvPr/>
          </p:nvCxnSpPr>
          <p:spPr>
            <a:xfrm>
              <a:off x="4446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マスの線 12"/>
            <p:cNvCxnSpPr/>
            <p:nvPr/>
          </p:nvCxnSpPr>
          <p:spPr>
            <a:xfrm>
              <a:off x="4446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マスの線 13"/>
            <p:cNvCxnSpPr/>
            <p:nvPr/>
          </p:nvCxnSpPr>
          <p:spPr>
            <a:xfrm>
              <a:off x="4446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マスの線 14"/>
            <p:cNvCxnSpPr/>
            <p:nvPr/>
          </p:nvCxnSpPr>
          <p:spPr>
            <a:xfrm>
              <a:off x="4446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15"/>
            <p:cNvCxnSpPr/>
            <p:nvPr/>
          </p:nvCxnSpPr>
          <p:spPr>
            <a:xfrm>
              <a:off x="4446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16"/>
            <p:cNvCxnSpPr/>
            <p:nvPr/>
          </p:nvCxnSpPr>
          <p:spPr>
            <a:xfrm>
              <a:off x="4446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マスの線 17"/>
            <p:cNvCxnSpPr/>
            <p:nvPr/>
          </p:nvCxnSpPr>
          <p:spPr>
            <a:xfrm>
              <a:off x="4446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マスの線 18"/>
            <p:cNvCxnSpPr/>
            <p:nvPr/>
          </p:nvCxnSpPr>
          <p:spPr>
            <a:xfrm>
              <a:off x="4446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マスの線 19"/>
            <p:cNvCxnSpPr/>
            <p:nvPr/>
          </p:nvCxnSpPr>
          <p:spPr>
            <a:xfrm>
              <a:off x="4446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マスの線 20"/>
            <p:cNvCxnSpPr/>
            <p:nvPr/>
          </p:nvCxnSpPr>
          <p:spPr>
            <a:xfrm>
              <a:off x="4446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21"/>
            <p:cNvCxnSpPr/>
            <p:nvPr/>
          </p:nvCxnSpPr>
          <p:spPr>
            <a:xfrm>
              <a:off x="4446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22"/>
            <p:cNvCxnSpPr/>
            <p:nvPr/>
          </p:nvCxnSpPr>
          <p:spPr>
            <a:xfrm>
              <a:off x="4446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23"/>
            <p:cNvCxnSpPr/>
            <p:nvPr/>
          </p:nvCxnSpPr>
          <p:spPr>
            <a:xfrm>
              <a:off x="4446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5" name="7行目（右から）"/>
          <p:cNvGrpSpPr/>
          <p:nvPr/>
        </p:nvGrpSpPr>
        <p:grpSpPr>
          <a:xfrm>
            <a:off x="4032000" y="900000"/>
            <a:ext cx="324000" cy="7776000"/>
            <a:chOff x="4032000" y="900000"/>
            <a:chExt cx="324000" cy="7776000"/>
          </a:xfrm>
        </p:grpSpPr>
        <p:sp>
          <p:nvSpPr>
            <p:cNvPr id="156" name="外わく"/>
            <p:cNvSpPr/>
            <p:nvPr/>
          </p:nvSpPr>
          <p:spPr>
            <a:xfrm>
              <a:off x="4032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7" name="マスの線 1"/>
            <p:cNvCxnSpPr/>
            <p:nvPr/>
          </p:nvCxnSpPr>
          <p:spPr>
            <a:xfrm>
              <a:off x="4032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マスの線 2"/>
            <p:cNvCxnSpPr/>
            <p:nvPr/>
          </p:nvCxnSpPr>
          <p:spPr>
            <a:xfrm>
              <a:off x="4032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マスの線 3"/>
            <p:cNvCxnSpPr/>
            <p:nvPr/>
          </p:nvCxnSpPr>
          <p:spPr>
            <a:xfrm>
              <a:off x="4032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4"/>
            <p:cNvCxnSpPr/>
            <p:nvPr/>
          </p:nvCxnSpPr>
          <p:spPr>
            <a:xfrm>
              <a:off x="4032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マスの線 5"/>
            <p:cNvCxnSpPr/>
            <p:nvPr/>
          </p:nvCxnSpPr>
          <p:spPr>
            <a:xfrm>
              <a:off x="4032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マスの線 6"/>
            <p:cNvCxnSpPr/>
            <p:nvPr/>
          </p:nvCxnSpPr>
          <p:spPr>
            <a:xfrm>
              <a:off x="4032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マスの線 7"/>
            <p:cNvCxnSpPr/>
            <p:nvPr/>
          </p:nvCxnSpPr>
          <p:spPr>
            <a:xfrm>
              <a:off x="4032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マスの線 8"/>
            <p:cNvCxnSpPr/>
            <p:nvPr/>
          </p:nvCxnSpPr>
          <p:spPr>
            <a:xfrm>
              <a:off x="4032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マスの線 9"/>
            <p:cNvCxnSpPr/>
            <p:nvPr/>
          </p:nvCxnSpPr>
          <p:spPr>
            <a:xfrm>
              <a:off x="4032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マスの線 10"/>
            <p:cNvCxnSpPr/>
            <p:nvPr/>
          </p:nvCxnSpPr>
          <p:spPr>
            <a:xfrm>
              <a:off x="4032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マスの線 11"/>
            <p:cNvCxnSpPr/>
            <p:nvPr/>
          </p:nvCxnSpPr>
          <p:spPr>
            <a:xfrm>
              <a:off x="4032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マスの線 12"/>
            <p:cNvCxnSpPr/>
            <p:nvPr/>
          </p:nvCxnSpPr>
          <p:spPr>
            <a:xfrm>
              <a:off x="4032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マスの線 13"/>
            <p:cNvCxnSpPr/>
            <p:nvPr/>
          </p:nvCxnSpPr>
          <p:spPr>
            <a:xfrm>
              <a:off x="4032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マスの線 14"/>
            <p:cNvCxnSpPr/>
            <p:nvPr/>
          </p:nvCxnSpPr>
          <p:spPr>
            <a:xfrm>
              <a:off x="4032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マスの線 15"/>
            <p:cNvCxnSpPr/>
            <p:nvPr/>
          </p:nvCxnSpPr>
          <p:spPr>
            <a:xfrm>
              <a:off x="4032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マスの線 16"/>
            <p:cNvCxnSpPr/>
            <p:nvPr/>
          </p:nvCxnSpPr>
          <p:spPr>
            <a:xfrm>
              <a:off x="4032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マスの線 17"/>
            <p:cNvCxnSpPr/>
            <p:nvPr/>
          </p:nvCxnSpPr>
          <p:spPr>
            <a:xfrm>
              <a:off x="4032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マスの線 18"/>
            <p:cNvCxnSpPr/>
            <p:nvPr/>
          </p:nvCxnSpPr>
          <p:spPr>
            <a:xfrm>
              <a:off x="4032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マスの線 19"/>
            <p:cNvCxnSpPr/>
            <p:nvPr/>
          </p:nvCxnSpPr>
          <p:spPr>
            <a:xfrm>
              <a:off x="4032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マスの線 20"/>
            <p:cNvCxnSpPr/>
            <p:nvPr/>
          </p:nvCxnSpPr>
          <p:spPr>
            <a:xfrm>
              <a:off x="4032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マスの線 21"/>
            <p:cNvCxnSpPr/>
            <p:nvPr/>
          </p:nvCxnSpPr>
          <p:spPr>
            <a:xfrm>
              <a:off x="4032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マスの線 22"/>
            <p:cNvCxnSpPr/>
            <p:nvPr/>
          </p:nvCxnSpPr>
          <p:spPr>
            <a:xfrm>
              <a:off x="4032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マスの線 23"/>
            <p:cNvCxnSpPr/>
            <p:nvPr/>
          </p:nvCxnSpPr>
          <p:spPr>
            <a:xfrm>
              <a:off x="4032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8行目（右から）"/>
          <p:cNvGrpSpPr/>
          <p:nvPr/>
        </p:nvGrpSpPr>
        <p:grpSpPr>
          <a:xfrm>
            <a:off x="3618000" y="900000"/>
            <a:ext cx="324000" cy="7776000"/>
            <a:chOff x="3618000" y="900000"/>
            <a:chExt cx="324000" cy="7776000"/>
          </a:xfrm>
        </p:grpSpPr>
        <p:sp>
          <p:nvSpPr>
            <p:cNvPr id="181" name="外わく"/>
            <p:cNvSpPr/>
            <p:nvPr/>
          </p:nvSpPr>
          <p:spPr>
            <a:xfrm>
              <a:off x="3618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2" name="マスの線 1"/>
            <p:cNvCxnSpPr/>
            <p:nvPr/>
          </p:nvCxnSpPr>
          <p:spPr>
            <a:xfrm>
              <a:off x="3618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マスの線 2"/>
            <p:cNvCxnSpPr/>
            <p:nvPr/>
          </p:nvCxnSpPr>
          <p:spPr>
            <a:xfrm>
              <a:off x="3618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マスの線 3"/>
            <p:cNvCxnSpPr/>
            <p:nvPr/>
          </p:nvCxnSpPr>
          <p:spPr>
            <a:xfrm>
              <a:off x="3618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マスの線 4"/>
            <p:cNvCxnSpPr/>
            <p:nvPr/>
          </p:nvCxnSpPr>
          <p:spPr>
            <a:xfrm>
              <a:off x="3618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マスの線 5"/>
            <p:cNvCxnSpPr/>
            <p:nvPr/>
          </p:nvCxnSpPr>
          <p:spPr>
            <a:xfrm>
              <a:off x="3618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マスの線 6"/>
            <p:cNvCxnSpPr/>
            <p:nvPr/>
          </p:nvCxnSpPr>
          <p:spPr>
            <a:xfrm>
              <a:off x="3618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マスの線 7"/>
            <p:cNvCxnSpPr/>
            <p:nvPr/>
          </p:nvCxnSpPr>
          <p:spPr>
            <a:xfrm>
              <a:off x="3618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マスの線 8"/>
            <p:cNvCxnSpPr/>
            <p:nvPr/>
          </p:nvCxnSpPr>
          <p:spPr>
            <a:xfrm>
              <a:off x="3618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マスの線 9"/>
            <p:cNvCxnSpPr/>
            <p:nvPr/>
          </p:nvCxnSpPr>
          <p:spPr>
            <a:xfrm>
              <a:off x="3618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マスの線 10"/>
            <p:cNvCxnSpPr/>
            <p:nvPr/>
          </p:nvCxnSpPr>
          <p:spPr>
            <a:xfrm>
              <a:off x="3618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マスの線 11"/>
            <p:cNvCxnSpPr/>
            <p:nvPr/>
          </p:nvCxnSpPr>
          <p:spPr>
            <a:xfrm>
              <a:off x="3618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マスの線 12"/>
            <p:cNvCxnSpPr/>
            <p:nvPr/>
          </p:nvCxnSpPr>
          <p:spPr>
            <a:xfrm>
              <a:off x="3618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マスの線 13"/>
            <p:cNvCxnSpPr/>
            <p:nvPr/>
          </p:nvCxnSpPr>
          <p:spPr>
            <a:xfrm>
              <a:off x="3618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マスの線 14"/>
            <p:cNvCxnSpPr/>
            <p:nvPr/>
          </p:nvCxnSpPr>
          <p:spPr>
            <a:xfrm>
              <a:off x="3618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マスの線 15"/>
            <p:cNvCxnSpPr/>
            <p:nvPr/>
          </p:nvCxnSpPr>
          <p:spPr>
            <a:xfrm>
              <a:off x="3618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マスの線 16"/>
            <p:cNvCxnSpPr/>
            <p:nvPr/>
          </p:nvCxnSpPr>
          <p:spPr>
            <a:xfrm>
              <a:off x="3618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マスの線 17"/>
            <p:cNvCxnSpPr/>
            <p:nvPr/>
          </p:nvCxnSpPr>
          <p:spPr>
            <a:xfrm>
              <a:off x="3618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マスの線 18"/>
            <p:cNvCxnSpPr/>
            <p:nvPr/>
          </p:nvCxnSpPr>
          <p:spPr>
            <a:xfrm>
              <a:off x="3618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マスの線 19"/>
            <p:cNvCxnSpPr/>
            <p:nvPr/>
          </p:nvCxnSpPr>
          <p:spPr>
            <a:xfrm>
              <a:off x="3618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マスの線 20"/>
            <p:cNvCxnSpPr/>
            <p:nvPr/>
          </p:nvCxnSpPr>
          <p:spPr>
            <a:xfrm>
              <a:off x="3618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マスの線 21"/>
            <p:cNvCxnSpPr/>
            <p:nvPr/>
          </p:nvCxnSpPr>
          <p:spPr>
            <a:xfrm>
              <a:off x="3618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マスの線 22"/>
            <p:cNvCxnSpPr/>
            <p:nvPr/>
          </p:nvCxnSpPr>
          <p:spPr>
            <a:xfrm>
              <a:off x="3618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マスの線 23"/>
            <p:cNvCxnSpPr/>
            <p:nvPr/>
          </p:nvCxnSpPr>
          <p:spPr>
            <a:xfrm>
              <a:off x="3618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5" name="9行目（右から）"/>
          <p:cNvGrpSpPr/>
          <p:nvPr/>
        </p:nvGrpSpPr>
        <p:grpSpPr>
          <a:xfrm>
            <a:off x="3204000" y="900000"/>
            <a:ext cx="324000" cy="7776000"/>
            <a:chOff x="3204000" y="900000"/>
            <a:chExt cx="324000" cy="7776000"/>
          </a:xfrm>
        </p:grpSpPr>
        <p:sp>
          <p:nvSpPr>
            <p:cNvPr id="206" name="外わく"/>
            <p:cNvSpPr/>
            <p:nvPr/>
          </p:nvSpPr>
          <p:spPr>
            <a:xfrm>
              <a:off x="3204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7" name="マスの線 1"/>
            <p:cNvCxnSpPr/>
            <p:nvPr/>
          </p:nvCxnSpPr>
          <p:spPr>
            <a:xfrm>
              <a:off x="3204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マスの線 2"/>
            <p:cNvCxnSpPr/>
            <p:nvPr/>
          </p:nvCxnSpPr>
          <p:spPr>
            <a:xfrm>
              <a:off x="3204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マスの線 3"/>
            <p:cNvCxnSpPr/>
            <p:nvPr/>
          </p:nvCxnSpPr>
          <p:spPr>
            <a:xfrm>
              <a:off x="3204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マスの線 4"/>
            <p:cNvCxnSpPr/>
            <p:nvPr/>
          </p:nvCxnSpPr>
          <p:spPr>
            <a:xfrm>
              <a:off x="3204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マスの線 5"/>
            <p:cNvCxnSpPr/>
            <p:nvPr/>
          </p:nvCxnSpPr>
          <p:spPr>
            <a:xfrm>
              <a:off x="3204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マスの線 6"/>
            <p:cNvCxnSpPr/>
            <p:nvPr/>
          </p:nvCxnSpPr>
          <p:spPr>
            <a:xfrm>
              <a:off x="3204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マスの線 7"/>
            <p:cNvCxnSpPr/>
            <p:nvPr/>
          </p:nvCxnSpPr>
          <p:spPr>
            <a:xfrm>
              <a:off x="3204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マスの線 8"/>
            <p:cNvCxnSpPr/>
            <p:nvPr/>
          </p:nvCxnSpPr>
          <p:spPr>
            <a:xfrm>
              <a:off x="3204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マスの線 9"/>
            <p:cNvCxnSpPr/>
            <p:nvPr/>
          </p:nvCxnSpPr>
          <p:spPr>
            <a:xfrm>
              <a:off x="3204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マスの線 10"/>
            <p:cNvCxnSpPr/>
            <p:nvPr/>
          </p:nvCxnSpPr>
          <p:spPr>
            <a:xfrm>
              <a:off x="3204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マスの線 11"/>
            <p:cNvCxnSpPr/>
            <p:nvPr/>
          </p:nvCxnSpPr>
          <p:spPr>
            <a:xfrm>
              <a:off x="3204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マスの線 12"/>
            <p:cNvCxnSpPr/>
            <p:nvPr/>
          </p:nvCxnSpPr>
          <p:spPr>
            <a:xfrm>
              <a:off x="3204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マスの線 13"/>
            <p:cNvCxnSpPr/>
            <p:nvPr/>
          </p:nvCxnSpPr>
          <p:spPr>
            <a:xfrm>
              <a:off x="3204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マスの線 14"/>
            <p:cNvCxnSpPr/>
            <p:nvPr/>
          </p:nvCxnSpPr>
          <p:spPr>
            <a:xfrm>
              <a:off x="3204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マスの線 15"/>
            <p:cNvCxnSpPr/>
            <p:nvPr/>
          </p:nvCxnSpPr>
          <p:spPr>
            <a:xfrm>
              <a:off x="3204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マスの線 16"/>
            <p:cNvCxnSpPr/>
            <p:nvPr/>
          </p:nvCxnSpPr>
          <p:spPr>
            <a:xfrm>
              <a:off x="3204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マスの線 17"/>
            <p:cNvCxnSpPr/>
            <p:nvPr/>
          </p:nvCxnSpPr>
          <p:spPr>
            <a:xfrm>
              <a:off x="3204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マスの線 18"/>
            <p:cNvCxnSpPr/>
            <p:nvPr/>
          </p:nvCxnSpPr>
          <p:spPr>
            <a:xfrm>
              <a:off x="3204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マスの線 19"/>
            <p:cNvCxnSpPr/>
            <p:nvPr/>
          </p:nvCxnSpPr>
          <p:spPr>
            <a:xfrm>
              <a:off x="3204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マスの線 20"/>
            <p:cNvCxnSpPr/>
            <p:nvPr/>
          </p:nvCxnSpPr>
          <p:spPr>
            <a:xfrm>
              <a:off x="3204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マスの線 21"/>
            <p:cNvCxnSpPr/>
            <p:nvPr/>
          </p:nvCxnSpPr>
          <p:spPr>
            <a:xfrm>
              <a:off x="3204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マスの線 22"/>
            <p:cNvCxnSpPr/>
            <p:nvPr/>
          </p:nvCxnSpPr>
          <p:spPr>
            <a:xfrm>
              <a:off x="3204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マスの線 23"/>
            <p:cNvCxnSpPr/>
            <p:nvPr/>
          </p:nvCxnSpPr>
          <p:spPr>
            <a:xfrm>
              <a:off x="3204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10行目（右から）"/>
          <p:cNvGrpSpPr/>
          <p:nvPr/>
        </p:nvGrpSpPr>
        <p:grpSpPr>
          <a:xfrm>
            <a:off x="2790000" y="900000"/>
            <a:ext cx="324000" cy="7776000"/>
            <a:chOff x="2790000" y="900000"/>
            <a:chExt cx="324000" cy="7776000"/>
          </a:xfrm>
        </p:grpSpPr>
        <p:sp>
          <p:nvSpPr>
            <p:cNvPr id="231" name="外わく"/>
            <p:cNvSpPr/>
            <p:nvPr/>
          </p:nvSpPr>
          <p:spPr>
            <a:xfrm>
              <a:off x="2790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2" name="マスの線 1"/>
            <p:cNvCxnSpPr/>
            <p:nvPr/>
          </p:nvCxnSpPr>
          <p:spPr>
            <a:xfrm>
              <a:off x="2790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マスの線 2"/>
            <p:cNvCxnSpPr/>
            <p:nvPr/>
          </p:nvCxnSpPr>
          <p:spPr>
            <a:xfrm>
              <a:off x="2790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マスの線 3"/>
            <p:cNvCxnSpPr/>
            <p:nvPr/>
          </p:nvCxnSpPr>
          <p:spPr>
            <a:xfrm>
              <a:off x="2790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マスの線 4"/>
            <p:cNvCxnSpPr/>
            <p:nvPr/>
          </p:nvCxnSpPr>
          <p:spPr>
            <a:xfrm>
              <a:off x="2790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マスの線 5"/>
            <p:cNvCxnSpPr/>
            <p:nvPr/>
          </p:nvCxnSpPr>
          <p:spPr>
            <a:xfrm>
              <a:off x="2790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マスの線 6"/>
            <p:cNvCxnSpPr/>
            <p:nvPr/>
          </p:nvCxnSpPr>
          <p:spPr>
            <a:xfrm>
              <a:off x="2790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マスの線 7"/>
            <p:cNvCxnSpPr/>
            <p:nvPr/>
          </p:nvCxnSpPr>
          <p:spPr>
            <a:xfrm>
              <a:off x="2790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マスの線 8"/>
            <p:cNvCxnSpPr/>
            <p:nvPr/>
          </p:nvCxnSpPr>
          <p:spPr>
            <a:xfrm>
              <a:off x="2790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マスの線 9"/>
            <p:cNvCxnSpPr/>
            <p:nvPr/>
          </p:nvCxnSpPr>
          <p:spPr>
            <a:xfrm>
              <a:off x="2790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マスの線 10"/>
            <p:cNvCxnSpPr/>
            <p:nvPr/>
          </p:nvCxnSpPr>
          <p:spPr>
            <a:xfrm>
              <a:off x="2790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マスの線 11"/>
            <p:cNvCxnSpPr/>
            <p:nvPr/>
          </p:nvCxnSpPr>
          <p:spPr>
            <a:xfrm>
              <a:off x="2790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マスの線 12"/>
            <p:cNvCxnSpPr/>
            <p:nvPr/>
          </p:nvCxnSpPr>
          <p:spPr>
            <a:xfrm>
              <a:off x="2790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マスの線 13"/>
            <p:cNvCxnSpPr/>
            <p:nvPr/>
          </p:nvCxnSpPr>
          <p:spPr>
            <a:xfrm>
              <a:off x="2790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マスの線 14"/>
            <p:cNvCxnSpPr/>
            <p:nvPr/>
          </p:nvCxnSpPr>
          <p:spPr>
            <a:xfrm>
              <a:off x="2790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マスの線 15"/>
            <p:cNvCxnSpPr/>
            <p:nvPr/>
          </p:nvCxnSpPr>
          <p:spPr>
            <a:xfrm>
              <a:off x="2790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マスの線 16"/>
            <p:cNvCxnSpPr/>
            <p:nvPr/>
          </p:nvCxnSpPr>
          <p:spPr>
            <a:xfrm>
              <a:off x="2790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マスの線 17"/>
            <p:cNvCxnSpPr/>
            <p:nvPr/>
          </p:nvCxnSpPr>
          <p:spPr>
            <a:xfrm>
              <a:off x="2790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マスの線 18"/>
            <p:cNvCxnSpPr/>
            <p:nvPr/>
          </p:nvCxnSpPr>
          <p:spPr>
            <a:xfrm>
              <a:off x="2790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マスの線 19"/>
            <p:cNvCxnSpPr/>
            <p:nvPr/>
          </p:nvCxnSpPr>
          <p:spPr>
            <a:xfrm>
              <a:off x="2790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マスの線 20"/>
            <p:cNvCxnSpPr/>
            <p:nvPr/>
          </p:nvCxnSpPr>
          <p:spPr>
            <a:xfrm>
              <a:off x="2790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マスの線 21"/>
            <p:cNvCxnSpPr/>
            <p:nvPr/>
          </p:nvCxnSpPr>
          <p:spPr>
            <a:xfrm>
              <a:off x="2790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マスの線 22"/>
            <p:cNvCxnSpPr/>
            <p:nvPr/>
          </p:nvCxnSpPr>
          <p:spPr>
            <a:xfrm>
              <a:off x="2790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マスの線 23"/>
            <p:cNvCxnSpPr/>
            <p:nvPr/>
          </p:nvCxnSpPr>
          <p:spPr>
            <a:xfrm>
              <a:off x="2790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5" name="11行目（右から）"/>
          <p:cNvGrpSpPr/>
          <p:nvPr/>
        </p:nvGrpSpPr>
        <p:grpSpPr>
          <a:xfrm>
            <a:off x="2376000" y="900000"/>
            <a:ext cx="324000" cy="7776000"/>
            <a:chOff x="2376000" y="900000"/>
            <a:chExt cx="324000" cy="7776000"/>
          </a:xfrm>
        </p:grpSpPr>
        <p:sp>
          <p:nvSpPr>
            <p:cNvPr id="256" name="外わく"/>
            <p:cNvSpPr/>
            <p:nvPr/>
          </p:nvSpPr>
          <p:spPr>
            <a:xfrm>
              <a:off x="2376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7" name="マスの線 1"/>
            <p:cNvCxnSpPr/>
            <p:nvPr/>
          </p:nvCxnSpPr>
          <p:spPr>
            <a:xfrm>
              <a:off x="2376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マスの線 2"/>
            <p:cNvCxnSpPr/>
            <p:nvPr/>
          </p:nvCxnSpPr>
          <p:spPr>
            <a:xfrm>
              <a:off x="2376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マスの線 3"/>
            <p:cNvCxnSpPr/>
            <p:nvPr/>
          </p:nvCxnSpPr>
          <p:spPr>
            <a:xfrm>
              <a:off x="2376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マスの線 4"/>
            <p:cNvCxnSpPr/>
            <p:nvPr/>
          </p:nvCxnSpPr>
          <p:spPr>
            <a:xfrm>
              <a:off x="2376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マスの線 5"/>
            <p:cNvCxnSpPr/>
            <p:nvPr/>
          </p:nvCxnSpPr>
          <p:spPr>
            <a:xfrm>
              <a:off x="2376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マスの線 6"/>
            <p:cNvCxnSpPr/>
            <p:nvPr/>
          </p:nvCxnSpPr>
          <p:spPr>
            <a:xfrm>
              <a:off x="2376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マスの線 7"/>
            <p:cNvCxnSpPr/>
            <p:nvPr/>
          </p:nvCxnSpPr>
          <p:spPr>
            <a:xfrm>
              <a:off x="2376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マスの線 8"/>
            <p:cNvCxnSpPr/>
            <p:nvPr/>
          </p:nvCxnSpPr>
          <p:spPr>
            <a:xfrm>
              <a:off x="2376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マスの線 9"/>
            <p:cNvCxnSpPr/>
            <p:nvPr/>
          </p:nvCxnSpPr>
          <p:spPr>
            <a:xfrm>
              <a:off x="2376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マスの線 10"/>
            <p:cNvCxnSpPr/>
            <p:nvPr/>
          </p:nvCxnSpPr>
          <p:spPr>
            <a:xfrm>
              <a:off x="2376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マスの線 11"/>
            <p:cNvCxnSpPr/>
            <p:nvPr/>
          </p:nvCxnSpPr>
          <p:spPr>
            <a:xfrm>
              <a:off x="2376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マスの線 12"/>
            <p:cNvCxnSpPr/>
            <p:nvPr/>
          </p:nvCxnSpPr>
          <p:spPr>
            <a:xfrm>
              <a:off x="2376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マスの線 13"/>
            <p:cNvCxnSpPr/>
            <p:nvPr/>
          </p:nvCxnSpPr>
          <p:spPr>
            <a:xfrm>
              <a:off x="2376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マスの線 14"/>
            <p:cNvCxnSpPr/>
            <p:nvPr/>
          </p:nvCxnSpPr>
          <p:spPr>
            <a:xfrm>
              <a:off x="2376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マスの線 15"/>
            <p:cNvCxnSpPr/>
            <p:nvPr/>
          </p:nvCxnSpPr>
          <p:spPr>
            <a:xfrm>
              <a:off x="2376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マスの線 16"/>
            <p:cNvCxnSpPr/>
            <p:nvPr/>
          </p:nvCxnSpPr>
          <p:spPr>
            <a:xfrm>
              <a:off x="2376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マスの線 17"/>
            <p:cNvCxnSpPr/>
            <p:nvPr/>
          </p:nvCxnSpPr>
          <p:spPr>
            <a:xfrm>
              <a:off x="2376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マスの線 18"/>
            <p:cNvCxnSpPr/>
            <p:nvPr/>
          </p:nvCxnSpPr>
          <p:spPr>
            <a:xfrm>
              <a:off x="2376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マスの線 19"/>
            <p:cNvCxnSpPr/>
            <p:nvPr/>
          </p:nvCxnSpPr>
          <p:spPr>
            <a:xfrm>
              <a:off x="2376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マスの線 20"/>
            <p:cNvCxnSpPr/>
            <p:nvPr/>
          </p:nvCxnSpPr>
          <p:spPr>
            <a:xfrm>
              <a:off x="2376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マスの線 21"/>
            <p:cNvCxnSpPr/>
            <p:nvPr/>
          </p:nvCxnSpPr>
          <p:spPr>
            <a:xfrm>
              <a:off x="2376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マスの線 22"/>
            <p:cNvCxnSpPr/>
            <p:nvPr/>
          </p:nvCxnSpPr>
          <p:spPr>
            <a:xfrm>
              <a:off x="2376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マスの線 23"/>
            <p:cNvCxnSpPr/>
            <p:nvPr/>
          </p:nvCxnSpPr>
          <p:spPr>
            <a:xfrm>
              <a:off x="2376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0" name="12行目（右から）"/>
          <p:cNvGrpSpPr/>
          <p:nvPr/>
        </p:nvGrpSpPr>
        <p:grpSpPr>
          <a:xfrm>
            <a:off x="1962000" y="900000"/>
            <a:ext cx="324000" cy="7776000"/>
            <a:chOff x="1962000" y="900000"/>
            <a:chExt cx="324000" cy="7776000"/>
          </a:xfrm>
        </p:grpSpPr>
        <p:sp>
          <p:nvSpPr>
            <p:cNvPr id="281" name="外わく"/>
            <p:cNvSpPr/>
            <p:nvPr/>
          </p:nvSpPr>
          <p:spPr>
            <a:xfrm>
              <a:off x="1962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82" name="マスの線 1"/>
            <p:cNvCxnSpPr/>
            <p:nvPr/>
          </p:nvCxnSpPr>
          <p:spPr>
            <a:xfrm>
              <a:off x="1962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マスの線 2"/>
            <p:cNvCxnSpPr/>
            <p:nvPr/>
          </p:nvCxnSpPr>
          <p:spPr>
            <a:xfrm>
              <a:off x="1962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マスの線 3"/>
            <p:cNvCxnSpPr/>
            <p:nvPr/>
          </p:nvCxnSpPr>
          <p:spPr>
            <a:xfrm>
              <a:off x="1962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マスの線 4"/>
            <p:cNvCxnSpPr/>
            <p:nvPr/>
          </p:nvCxnSpPr>
          <p:spPr>
            <a:xfrm>
              <a:off x="1962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マスの線 5"/>
            <p:cNvCxnSpPr/>
            <p:nvPr/>
          </p:nvCxnSpPr>
          <p:spPr>
            <a:xfrm>
              <a:off x="1962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マスの線 6"/>
            <p:cNvCxnSpPr/>
            <p:nvPr/>
          </p:nvCxnSpPr>
          <p:spPr>
            <a:xfrm>
              <a:off x="1962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マスの線 7"/>
            <p:cNvCxnSpPr/>
            <p:nvPr/>
          </p:nvCxnSpPr>
          <p:spPr>
            <a:xfrm>
              <a:off x="1962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マスの線 8"/>
            <p:cNvCxnSpPr/>
            <p:nvPr/>
          </p:nvCxnSpPr>
          <p:spPr>
            <a:xfrm>
              <a:off x="1962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マスの線 9"/>
            <p:cNvCxnSpPr/>
            <p:nvPr/>
          </p:nvCxnSpPr>
          <p:spPr>
            <a:xfrm>
              <a:off x="1962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マスの線 10"/>
            <p:cNvCxnSpPr/>
            <p:nvPr/>
          </p:nvCxnSpPr>
          <p:spPr>
            <a:xfrm>
              <a:off x="1962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マスの線 11"/>
            <p:cNvCxnSpPr/>
            <p:nvPr/>
          </p:nvCxnSpPr>
          <p:spPr>
            <a:xfrm>
              <a:off x="1962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マスの線 12"/>
            <p:cNvCxnSpPr/>
            <p:nvPr/>
          </p:nvCxnSpPr>
          <p:spPr>
            <a:xfrm>
              <a:off x="1962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マスの線 13"/>
            <p:cNvCxnSpPr/>
            <p:nvPr/>
          </p:nvCxnSpPr>
          <p:spPr>
            <a:xfrm>
              <a:off x="1962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マスの線 14"/>
            <p:cNvCxnSpPr/>
            <p:nvPr/>
          </p:nvCxnSpPr>
          <p:spPr>
            <a:xfrm>
              <a:off x="1962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マスの線 15"/>
            <p:cNvCxnSpPr/>
            <p:nvPr/>
          </p:nvCxnSpPr>
          <p:spPr>
            <a:xfrm>
              <a:off x="1962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マスの線 16"/>
            <p:cNvCxnSpPr/>
            <p:nvPr/>
          </p:nvCxnSpPr>
          <p:spPr>
            <a:xfrm>
              <a:off x="1962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マスの線 17"/>
            <p:cNvCxnSpPr/>
            <p:nvPr/>
          </p:nvCxnSpPr>
          <p:spPr>
            <a:xfrm>
              <a:off x="1962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マスの線 18"/>
            <p:cNvCxnSpPr/>
            <p:nvPr/>
          </p:nvCxnSpPr>
          <p:spPr>
            <a:xfrm>
              <a:off x="1962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マスの線 19"/>
            <p:cNvCxnSpPr/>
            <p:nvPr/>
          </p:nvCxnSpPr>
          <p:spPr>
            <a:xfrm>
              <a:off x="1962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マスの線 20"/>
            <p:cNvCxnSpPr/>
            <p:nvPr/>
          </p:nvCxnSpPr>
          <p:spPr>
            <a:xfrm>
              <a:off x="1962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マスの線 21"/>
            <p:cNvCxnSpPr/>
            <p:nvPr/>
          </p:nvCxnSpPr>
          <p:spPr>
            <a:xfrm>
              <a:off x="1962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マスの線 22"/>
            <p:cNvCxnSpPr/>
            <p:nvPr/>
          </p:nvCxnSpPr>
          <p:spPr>
            <a:xfrm>
              <a:off x="1962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マスの線 23"/>
            <p:cNvCxnSpPr/>
            <p:nvPr/>
          </p:nvCxnSpPr>
          <p:spPr>
            <a:xfrm>
              <a:off x="1962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5" name="13行目（右から）"/>
          <p:cNvGrpSpPr/>
          <p:nvPr/>
        </p:nvGrpSpPr>
        <p:grpSpPr>
          <a:xfrm>
            <a:off x="1548000" y="900000"/>
            <a:ext cx="324000" cy="7776000"/>
            <a:chOff x="1548000" y="900000"/>
            <a:chExt cx="324000" cy="7776000"/>
          </a:xfrm>
        </p:grpSpPr>
        <p:sp>
          <p:nvSpPr>
            <p:cNvPr id="306" name="外わく"/>
            <p:cNvSpPr/>
            <p:nvPr/>
          </p:nvSpPr>
          <p:spPr>
            <a:xfrm>
              <a:off x="1548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7" name="マスの線 1"/>
            <p:cNvCxnSpPr/>
            <p:nvPr/>
          </p:nvCxnSpPr>
          <p:spPr>
            <a:xfrm>
              <a:off x="1548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マスの線 2"/>
            <p:cNvCxnSpPr/>
            <p:nvPr/>
          </p:nvCxnSpPr>
          <p:spPr>
            <a:xfrm>
              <a:off x="1548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マスの線 3"/>
            <p:cNvCxnSpPr/>
            <p:nvPr/>
          </p:nvCxnSpPr>
          <p:spPr>
            <a:xfrm>
              <a:off x="1548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マスの線 4"/>
            <p:cNvCxnSpPr/>
            <p:nvPr/>
          </p:nvCxnSpPr>
          <p:spPr>
            <a:xfrm>
              <a:off x="1548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マスの線 5"/>
            <p:cNvCxnSpPr/>
            <p:nvPr/>
          </p:nvCxnSpPr>
          <p:spPr>
            <a:xfrm>
              <a:off x="1548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マスの線 6"/>
            <p:cNvCxnSpPr/>
            <p:nvPr/>
          </p:nvCxnSpPr>
          <p:spPr>
            <a:xfrm>
              <a:off x="1548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マスの線 7"/>
            <p:cNvCxnSpPr/>
            <p:nvPr/>
          </p:nvCxnSpPr>
          <p:spPr>
            <a:xfrm>
              <a:off x="1548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マスの線 8"/>
            <p:cNvCxnSpPr/>
            <p:nvPr/>
          </p:nvCxnSpPr>
          <p:spPr>
            <a:xfrm>
              <a:off x="1548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マスの線 9"/>
            <p:cNvCxnSpPr/>
            <p:nvPr/>
          </p:nvCxnSpPr>
          <p:spPr>
            <a:xfrm>
              <a:off x="1548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マスの線 10"/>
            <p:cNvCxnSpPr/>
            <p:nvPr/>
          </p:nvCxnSpPr>
          <p:spPr>
            <a:xfrm>
              <a:off x="1548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マスの線 11"/>
            <p:cNvCxnSpPr/>
            <p:nvPr/>
          </p:nvCxnSpPr>
          <p:spPr>
            <a:xfrm>
              <a:off x="1548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マスの線 12"/>
            <p:cNvCxnSpPr/>
            <p:nvPr/>
          </p:nvCxnSpPr>
          <p:spPr>
            <a:xfrm>
              <a:off x="1548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マスの線 13"/>
            <p:cNvCxnSpPr/>
            <p:nvPr/>
          </p:nvCxnSpPr>
          <p:spPr>
            <a:xfrm>
              <a:off x="1548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マスの線 14"/>
            <p:cNvCxnSpPr/>
            <p:nvPr/>
          </p:nvCxnSpPr>
          <p:spPr>
            <a:xfrm>
              <a:off x="1548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マスの線 15"/>
            <p:cNvCxnSpPr/>
            <p:nvPr/>
          </p:nvCxnSpPr>
          <p:spPr>
            <a:xfrm>
              <a:off x="1548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マスの線 16"/>
            <p:cNvCxnSpPr/>
            <p:nvPr/>
          </p:nvCxnSpPr>
          <p:spPr>
            <a:xfrm>
              <a:off x="1548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マスの線 17"/>
            <p:cNvCxnSpPr/>
            <p:nvPr/>
          </p:nvCxnSpPr>
          <p:spPr>
            <a:xfrm>
              <a:off x="1548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マスの線 18"/>
            <p:cNvCxnSpPr/>
            <p:nvPr/>
          </p:nvCxnSpPr>
          <p:spPr>
            <a:xfrm>
              <a:off x="1548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マスの線 19"/>
            <p:cNvCxnSpPr/>
            <p:nvPr/>
          </p:nvCxnSpPr>
          <p:spPr>
            <a:xfrm>
              <a:off x="1548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マスの線 20"/>
            <p:cNvCxnSpPr/>
            <p:nvPr/>
          </p:nvCxnSpPr>
          <p:spPr>
            <a:xfrm>
              <a:off x="1548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マスの線 21"/>
            <p:cNvCxnSpPr/>
            <p:nvPr/>
          </p:nvCxnSpPr>
          <p:spPr>
            <a:xfrm>
              <a:off x="1548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マスの線 22"/>
            <p:cNvCxnSpPr/>
            <p:nvPr/>
          </p:nvCxnSpPr>
          <p:spPr>
            <a:xfrm>
              <a:off x="1548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マスの線 23"/>
            <p:cNvCxnSpPr/>
            <p:nvPr/>
          </p:nvCxnSpPr>
          <p:spPr>
            <a:xfrm>
              <a:off x="1548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0" name="14行目（右から）"/>
          <p:cNvGrpSpPr/>
          <p:nvPr/>
        </p:nvGrpSpPr>
        <p:grpSpPr>
          <a:xfrm>
            <a:off x="1134000" y="900000"/>
            <a:ext cx="324000" cy="7776000"/>
            <a:chOff x="1134000" y="900000"/>
            <a:chExt cx="324000" cy="7776000"/>
          </a:xfrm>
        </p:grpSpPr>
        <p:sp>
          <p:nvSpPr>
            <p:cNvPr id="331" name="外わく"/>
            <p:cNvSpPr/>
            <p:nvPr/>
          </p:nvSpPr>
          <p:spPr>
            <a:xfrm>
              <a:off x="1134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2" name="マスの線 1"/>
            <p:cNvCxnSpPr/>
            <p:nvPr/>
          </p:nvCxnSpPr>
          <p:spPr>
            <a:xfrm>
              <a:off x="1134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マスの線 2"/>
            <p:cNvCxnSpPr/>
            <p:nvPr/>
          </p:nvCxnSpPr>
          <p:spPr>
            <a:xfrm>
              <a:off x="1134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マスの線 3"/>
            <p:cNvCxnSpPr/>
            <p:nvPr/>
          </p:nvCxnSpPr>
          <p:spPr>
            <a:xfrm>
              <a:off x="1134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マスの線 4"/>
            <p:cNvCxnSpPr/>
            <p:nvPr/>
          </p:nvCxnSpPr>
          <p:spPr>
            <a:xfrm>
              <a:off x="1134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マスの線 5"/>
            <p:cNvCxnSpPr/>
            <p:nvPr/>
          </p:nvCxnSpPr>
          <p:spPr>
            <a:xfrm>
              <a:off x="1134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マスの線 6"/>
            <p:cNvCxnSpPr/>
            <p:nvPr/>
          </p:nvCxnSpPr>
          <p:spPr>
            <a:xfrm>
              <a:off x="1134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マスの線 7"/>
            <p:cNvCxnSpPr/>
            <p:nvPr/>
          </p:nvCxnSpPr>
          <p:spPr>
            <a:xfrm>
              <a:off x="1134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マスの線 8"/>
            <p:cNvCxnSpPr/>
            <p:nvPr/>
          </p:nvCxnSpPr>
          <p:spPr>
            <a:xfrm>
              <a:off x="1134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マスの線 9"/>
            <p:cNvCxnSpPr/>
            <p:nvPr/>
          </p:nvCxnSpPr>
          <p:spPr>
            <a:xfrm>
              <a:off x="1134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マスの線 10"/>
            <p:cNvCxnSpPr/>
            <p:nvPr/>
          </p:nvCxnSpPr>
          <p:spPr>
            <a:xfrm>
              <a:off x="1134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マスの線 11"/>
            <p:cNvCxnSpPr/>
            <p:nvPr/>
          </p:nvCxnSpPr>
          <p:spPr>
            <a:xfrm>
              <a:off x="1134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マスの線 12"/>
            <p:cNvCxnSpPr/>
            <p:nvPr/>
          </p:nvCxnSpPr>
          <p:spPr>
            <a:xfrm>
              <a:off x="1134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マスの線 13"/>
            <p:cNvCxnSpPr/>
            <p:nvPr/>
          </p:nvCxnSpPr>
          <p:spPr>
            <a:xfrm>
              <a:off x="1134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マスの線 14"/>
            <p:cNvCxnSpPr/>
            <p:nvPr/>
          </p:nvCxnSpPr>
          <p:spPr>
            <a:xfrm>
              <a:off x="1134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マスの線 15"/>
            <p:cNvCxnSpPr/>
            <p:nvPr/>
          </p:nvCxnSpPr>
          <p:spPr>
            <a:xfrm>
              <a:off x="1134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マスの線 16"/>
            <p:cNvCxnSpPr/>
            <p:nvPr/>
          </p:nvCxnSpPr>
          <p:spPr>
            <a:xfrm>
              <a:off x="1134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マスの線 17"/>
            <p:cNvCxnSpPr/>
            <p:nvPr/>
          </p:nvCxnSpPr>
          <p:spPr>
            <a:xfrm>
              <a:off x="1134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マスの線 18"/>
            <p:cNvCxnSpPr/>
            <p:nvPr/>
          </p:nvCxnSpPr>
          <p:spPr>
            <a:xfrm>
              <a:off x="1134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マスの線 19"/>
            <p:cNvCxnSpPr/>
            <p:nvPr/>
          </p:nvCxnSpPr>
          <p:spPr>
            <a:xfrm>
              <a:off x="1134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マスの線 20"/>
            <p:cNvCxnSpPr/>
            <p:nvPr/>
          </p:nvCxnSpPr>
          <p:spPr>
            <a:xfrm>
              <a:off x="1134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マスの線 21"/>
            <p:cNvCxnSpPr/>
            <p:nvPr/>
          </p:nvCxnSpPr>
          <p:spPr>
            <a:xfrm>
              <a:off x="1134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マスの線 22"/>
            <p:cNvCxnSpPr/>
            <p:nvPr/>
          </p:nvCxnSpPr>
          <p:spPr>
            <a:xfrm>
              <a:off x="1134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マスの線 23"/>
            <p:cNvCxnSpPr/>
            <p:nvPr/>
          </p:nvCxnSpPr>
          <p:spPr>
            <a:xfrm>
              <a:off x="1134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5" name="15行目（右から）"/>
          <p:cNvGrpSpPr/>
          <p:nvPr/>
        </p:nvGrpSpPr>
        <p:grpSpPr>
          <a:xfrm>
            <a:off x="720000" y="900000"/>
            <a:ext cx="324000" cy="7776000"/>
            <a:chOff x="720000" y="900000"/>
            <a:chExt cx="324000" cy="7776000"/>
          </a:xfrm>
        </p:grpSpPr>
        <p:sp>
          <p:nvSpPr>
            <p:cNvPr id="356" name="外わく"/>
            <p:cNvSpPr/>
            <p:nvPr/>
          </p:nvSpPr>
          <p:spPr>
            <a:xfrm>
              <a:off x="720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7" name="マスの線 1"/>
            <p:cNvCxnSpPr/>
            <p:nvPr/>
          </p:nvCxnSpPr>
          <p:spPr>
            <a:xfrm>
              <a:off x="720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マスの線 2"/>
            <p:cNvCxnSpPr/>
            <p:nvPr/>
          </p:nvCxnSpPr>
          <p:spPr>
            <a:xfrm>
              <a:off x="720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マスの線 3"/>
            <p:cNvCxnSpPr/>
            <p:nvPr/>
          </p:nvCxnSpPr>
          <p:spPr>
            <a:xfrm>
              <a:off x="720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マスの線 4"/>
            <p:cNvCxnSpPr/>
            <p:nvPr/>
          </p:nvCxnSpPr>
          <p:spPr>
            <a:xfrm>
              <a:off x="720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マスの線 5"/>
            <p:cNvCxnSpPr/>
            <p:nvPr/>
          </p:nvCxnSpPr>
          <p:spPr>
            <a:xfrm>
              <a:off x="720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マスの線 6"/>
            <p:cNvCxnSpPr/>
            <p:nvPr/>
          </p:nvCxnSpPr>
          <p:spPr>
            <a:xfrm>
              <a:off x="720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マスの線 7"/>
            <p:cNvCxnSpPr/>
            <p:nvPr/>
          </p:nvCxnSpPr>
          <p:spPr>
            <a:xfrm>
              <a:off x="720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マスの線 8"/>
            <p:cNvCxnSpPr/>
            <p:nvPr/>
          </p:nvCxnSpPr>
          <p:spPr>
            <a:xfrm>
              <a:off x="720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マスの線 9"/>
            <p:cNvCxnSpPr/>
            <p:nvPr/>
          </p:nvCxnSpPr>
          <p:spPr>
            <a:xfrm>
              <a:off x="720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マスの線 10"/>
            <p:cNvCxnSpPr/>
            <p:nvPr/>
          </p:nvCxnSpPr>
          <p:spPr>
            <a:xfrm>
              <a:off x="720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マスの線 11"/>
            <p:cNvCxnSpPr/>
            <p:nvPr/>
          </p:nvCxnSpPr>
          <p:spPr>
            <a:xfrm>
              <a:off x="720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マスの線 12"/>
            <p:cNvCxnSpPr/>
            <p:nvPr/>
          </p:nvCxnSpPr>
          <p:spPr>
            <a:xfrm>
              <a:off x="720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マスの線 13"/>
            <p:cNvCxnSpPr/>
            <p:nvPr/>
          </p:nvCxnSpPr>
          <p:spPr>
            <a:xfrm>
              <a:off x="720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マスの線 14"/>
            <p:cNvCxnSpPr/>
            <p:nvPr/>
          </p:nvCxnSpPr>
          <p:spPr>
            <a:xfrm>
              <a:off x="720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マスの線 15"/>
            <p:cNvCxnSpPr/>
            <p:nvPr/>
          </p:nvCxnSpPr>
          <p:spPr>
            <a:xfrm>
              <a:off x="720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マスの線 16"/>
            <p:cNvCxnSpPr/>
            <p:nvPr/>
          </p:nvCxnSpPr>
          <p:spPr>
            <a:xfrm>
              <a:off x="720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マスの線 17"/>
            <p:cNvCxnSpPr/>
            <p:nvPr/>
          </p:nvCxnSpPr>
          <p:spPr>
            <a:xfrm>
              <a:off x="720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マスの線 18"/>
            <p:cNvCxnSpPr/>
            <p:nvPr/>
          </p:nvCxnSpPr>
          <p:spPr>
            <a:xfrm>
              <a:off x="720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マスの線 19"/>
            <p:cNvCxnSpPr/>
            <p:nvPr/>
          </p:nvCxnSpPr>
          <p:spPr>
            <a:xfrm>
              <a:off x="720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マスの線 20"/>
            <p:cNvCxnSpPr/>
            <p:nvPr/>
          </p:nvCxnSpPr>
          <p:spPr>
            <a:xfrm>
              <a:off x="720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マスの線 21"/>
            <p:cNvCxnSpPr/>
            <p:nvPr/>
          </p:nvCxnSpPr>
          <p:spPr>
            <a:xfrm>
              <a:off x="720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マスの線 22"/>
            <p:cNvCxnSpPr/>
            <p:nvPr/>
          </p:nvCxnSpPr>
          <p:spPr>
            <a:xfrm>
              <a:off x="720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マスの線 23"/>
            <p:cNvCxnSpPr/>
            <p:nvPr/>
          </p:nvCxnSpPr>
          <p:spPr>
            <a:xfrm>
              <a:off x="720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0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416155"/>
            <a:ext cx="1440000" cy="843844"/>
          </a:xfrm>
          <a:prstGeom prst="rect">
            <a:avLst/>
          </a:prstGeom>
        </p:spPr>
      </p:pic>
      <p:sp>
        <p:nvSpPr>
          <p:cNvPr id="381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5・6年／マス 9mm</a:t>
            </a:r>
          </a:p>
        </p:txBody>
      </p:sp>
      <p:sp>
        <p:nvSpPr>
          <p:cNvPr id="382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