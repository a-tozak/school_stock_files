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ありがとうカード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けい線（よこ）"/>
          <p:cNvGrpSpPr/>
          <p:nvPr/>
        </p:nvGrpSpPr>
        <p:grpSpPr>
          <a:xfrm>
            <a:off x="540000" y="1188000"/>
            <a:ext cx="6480000" cy="5544000"/>
            <a:chOff x="540000" y="1188000"/>
            <a:chExt cx="6480000" cy="5544000"/>
          </a:xfrm>
        </p:grpSpPr>
        <p:cxnSp>
          <p:nvCxnSpPr>
            <p:cNvPr id="6" name="よこ線 1"/>
            <p:cNvCxnSpPr/>
            <p:nvPr/>
          </p:nvCxnSpPr>
          <p:spPr>
            <a:xfrm>
              <a:off x="540000" y="118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よこ線 2"/>
            <p:cNvCxnSpPr/>
            <p:nvPr/>
          </p:nvCxnSpPr>
          <p:spPr>
            <a:xfrm>
              <a:off x="540000" y="198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よこ線 3"/>
            <p:cNvCxnSpPr/>
            <p:nvPr/>
          </p:nvCxnSpPr>
          <p:spPr>
            <a:xfrm>
              <a:off x="540000" y="277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よこ線 4"/>
            <p:cNvCxnSpPr/>
            <p:nvPr/>
          </p:nvCxnSpPr>
          <p:spPr>
            <a:xfrm>
              <a:off x="540000" y="3564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よこ線 5"/>
            <p:cNvCxnSpPr/>
            <p:nvPr/>
          </p:nvCxnSpPr>
          <p:spPr>
            <a:xfrm>
              <a:off x="540000" y="4356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よこ線 6"/>
            <p:cNvCxnSpPr/>
            <p:nvPr/>
          </p:nvCxnSpPr>
          <p:spPr>
            <a:xfrm>
              <a:off x="540000" y="5148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よこ線 7"/>
            <p:cNvCxnSpPr/>
            <p:nvPr/>
          </p:nvCxnSpPr>
          <p:spPr>
            <a:xfrm>
              <a:off x="540000" y="5940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よこ線 8"/>
            <p:cNvCxnSpPr/>
            <p:nvPr/>
          </p:nvCxnSpPr>
          <p:spPr>
            <a:xfrm>
              <a:off x="540000" y="6732000"/>
              <a:ext cx="6480000" cy="0"/>
            </a:xfrm>
            <a:prstGeom prst="line">
              <a:avLst/>
            </a:prstGeom>
            <a:ln w="14376">
              <a:solidFill>
                <a:srgbClr val="6AA7A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000" y="8104481"/>
            <a:ext cx="2664000" cy="2155518"/>
          </a:xfrm>
          <a:prstGeom prst="rect">
            <a:avLst/>
          </a:prstGeom>
        </p:spPr>
      </p:pic>
      <p:sp>
        <p:nvSpPr>
          <p:cNvPr id="15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全学年／けい線 8行</a:t>
            </a:r>
          </a:p>
        </p:txBody>
      </p:sp>
      <p:sp>
        <p:nvSpPr>
          <p:cNvPr id="16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