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お礼の手紙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1行目"/>
          <p:cNvGrpSpPr/>
          <p:nvPr/>
        </p:nvGrpSpPr>
        <p:grpSpPr>
          <a:xfrm>
            <a:off x="540000" y="900000"/>
            <a:ext cx="6480000" cy="360000"/>
            <a:chOff x="540000" y="900000"/>
            <a:chExt cx="6480000" cy="360000"/>
          </a:xfrm>
        </p:grpSpPr>
        <p:sp>
          <p:nvSpPr>
            <p:cNvPr id="6" name="外わく"/>
            <p:cNvSpPr/>
            <p:nvPr/>
          </p:nvSpPr>
          <p:spPr>
            <a:xfrm>
              <a:off x="540000" y="900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マスの線 1"/>
            <p:cNvCxnSpPr/>
            <p:nvPr/>
          </p:nvCxnSpPr>
          <p:spPr>
            <a:xfrm>
              <a:off x="90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マスの線 2"/>
            <p:cNvCxnSpPr/>
            <p:nvPr/>
          </p:nvCxnSpPr>
          <p:spPr>
            <a:xfrm>
              <a:off x="126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マスの線 3"/>
            <p:cNvCxnSpPr/>
            <p:nvPr/>
          </p:nvCxnSpPr>
          <p:spPr>
            <a:xfrm>
              <a:off x="162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マスの線 4"/>
            <p:cNvCxnSpPr/>
            <p:nvPr/>
          </p:nvCxnSpPr>
          <p:spPr>
            <a:xfrm>
              <a:off x="198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マスの線 5"/>
            <p:cNvCxnSpPr/>
            <p:nvPr/>
          </p:nvCxnSpPr>
          <p:spPr>
            <a:xfrm>
              <a:off x="234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マスの線 6"/>
            <p:cNvCxnSpPr/>
            <p:nvPr/>
          </p:nvCxnSpPr>
          <p:spPr>
            <a:xfrm>
              <a:off x="270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マスの線 7"/>
            <p:cNvCxnSpPr/>
            <p:nvPr/>
          </p:nvCxnSpPr>
          <p:spPr>
            <a:xfrm>
              <a:off x="306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マスの線 8"/>
            <p:cNvCxnSpPr/>
            <p:nvPr/>
          </p:nvCxnSpPr>
          <p:spPr>
            <a:xfrm>
              <a:off x="342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マスの線 9"/>
            <p:cNvCxnSpPr/>
            <p:nvPr/>
          </p:nvCxnSpPr>
          <p:spPr>
            <a:xfrm>
              <a:off x="378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マスの線 10"/>
            <p:cNvCxnSpPr/>
            <p:nvPr/>
          </p:nvCxnSpPr>
          <p:spPr>
            <a:xfrm>
              <a:off x="414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マスの線 11"/>
            <p:cNvCxnSpPr/>
            <p:nvPr/>
          </p:nvCxnSpPr>
          <p:spPr>
            <a:xfrm>
              <a:off x="450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マスの線 12"/>
            <p:cNvCxnSpPr/>
            <p:nvPr/>
          </p:nvCxnSpPr>
          <p:spPr>
            <a:xfrm>
              <a:off x="486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マスの線 13"/>
            <p:cNvCxnSpPr/>
            <p:nvPr/>
          </p:nvCxnSpPr>
          <p:spPr>
            <a:xfrm>
              <a:off x="522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マスの線 14"/>
            <p:cNvCxnSpPr/>
            <p:nvPr/>
          </p:nvCxnSpPr>
          <p:spPr>
            <a:xfrm>
              <a:off x="558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マスの線 15"/>
            <p:cNvCxnSpPr/>
            <p:nvPr/>
          </p:nvCxnSpPr>
          <p:spPr>
            <a:xfrm>
              <a:off x="594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マスの線 16"/>
            <p:cNvCxnSpPr/>
            <p:nvPr/>
          </p:nvCxnSpPr>
          <p:spPr>
            <a:xfrm>
              <a:off x="630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マスの線 17"/>
            <p:cNvCxnSpPr/>
            <p:nvPr/>
          </p:nvCxnSpPr>
          <p:spPr>
            <a:xfrm>
              <a:off x="6660000" y="90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2行目"/>
          <p:cNvGrpSpPr/>
          <p:nvPr/>
        </p:nvGrpSpPr>
        <p:grpSpPr>
          <a:xfrm>
            <a:off x="540000" y="1368000"/>
            <a:ext cx="6480000" cy="360000"/>
            <a:chOff x="540000" y="1368000"/>
            <a:chExt cx="6480000" cy="360000"/>
          </a:xfrm>
        </p:grpSpPr>
        <p:sp>
          <p:nvSpPr>
            <p:cNvPr id="25" name="外わく"/>
            <p:cNvSpPr/>
            <p:nvPr/>
          </p:nvSpPr>
          <p:spPr>
            <a:xfrm>
              <a:off x="540000" y="1368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マスの線 1"/>
            <p:cNvCxnSpPr/>
            <p:nvPr/>
          </p:nvCxnSpPr>
          <p:spPr>
            <a:xfrm>
              <a:off x="90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マスの線 2"/>
            <p:cNvCxnSpPr/>
            <p:nvPr/>
          </p:nvCxnSpPr>
          <p:spPr>
            <a:xfrm>
              <a:off x="126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マスの線 3"/>
            <p:cNvCxnSpPr/>
            <p:nvPr/>
          </p:nvCxnSpPr>
          <p:spPr>
            <a:xfrm>
              <a:off x="162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マスの線 4"/>
            <p:cNvCxnSpPr/>
            <p:nvPr/>
          </p:nvCxnSpPr>
          <p:spPr>
            <a:xfrm>
              <a:off x="198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マスの線 5"/>
            <p:cNvCxnSpPr/>
            <p:nvPr/>
          </p:nvCxnSpPr>
          <p:spPr>
            <a:xfrm>
              <a:off x="234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マスの線 6"/>
            <p:cNvCxnSpPr/>
            <p:nvPr/>
          </p:nvCxnSpPr>
          <p:spPr>
            <a:xfrm>
              <a:off x="270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マスの線 7"/>
            <p:cNvCxnSpPr/>
            <p:nvPr/>
          </p:nvCxnSpPr>
          <p:spPr>
            <a:xfrm>
              <a:off x="306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マスの線 8"/>
            <p:cNvCxnSpPr/>
            <p:nvPr/>
          </p:nvCxnSpPr>
          <p:spPr>
            <a:xfrm>
              <a:off x="342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マスの線 9"/>
            <p:cNvCxnSpPr/>
            <p:nvPr/>
          </p:nvCxnSpPr>
          <p:spPr>
            <a:xfrm>
              <a:off x="378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マスの線 10"/>
            <p:cNvCxnSpPr/>
            <p:nvPr/>
          </p:nvCxnSpPr>
          <p:spPr>
            <a:xfrm>
              <a:off x="414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マスの線 11"/>
            <p:cNvCxnSpPr/>
            <p:nvPr/>
          </p:nvCxnSpPr>
          <p:spPr>
            <a:xfrm>
              <a:off x="450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マスの線 12"/>
            <p:cNvCxnSpPr/>
            <p:nvPr/>
          </p:nvCxnSpPr>
          <p:spPr>
            <a:xfrm>
              <a:off x="486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マスの線 13"/>
            <p:cNvCxnSpPr/>
            <p:nvPr/>
          </p:nvCxnSpPr>
          <p:spPr>
            <a:xfrm>
              <a:off x="522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マスの線 14"/>
            <p:cNvCxnSpPr/>
            <p:nvPr/>
          </p:nvCxnSpPr>
          <p:spPr>
            <a:xfrm>
              <a:off x="558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マスの線 15"/>
            <p:cNvCxnSpPr/>
            <p:nvPr/>
          </p:nvCxnSpPr>
          <p:spPr>
            <a:xfrm>
              <a:off x="594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マスの線 16"/>
            <p:cNvCxnSpPr/>
            <p:nvPr/>
          </p:nvCxnSpPr>
          <p:spPr>
            <a:xfrm>
              <a:off x="630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マスの線 17"/>
            <p:cNvCxnSpPr/>
            <p:nvPr/>
          </p:nvCxnSpPr>
          <p:spPr>
            <a:xfrm>
              <a:off x="6660000" y="136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3行目"/>
          <p:cNvGrpSpPr/>
          <p:nvPr/>
        </p:nvGrpSpPr>
        <p:grpSpPr>
          <a:xfrm>
            <a:off x="540000" y="1836000"/>
            <a:ext cx="6480000" cy="360000"/>
            <a:chOff x="540000" y="1836000"/>
            <a:chExt cx="6480000" cy="360000"/>
          </a:xfrm>
        </p:grpSpPr>
        <p:sp>
          <p:nvSpPr>
            <p:cNvPr id="44" name="外わく"/>
            <p:cNvSpPr/>
            <p:nvPr/>
          </p:nvSpPr>
          <p:spPr>
            <a:xfrm>
              <a:off x="540000" y="1836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マスの線 1"/>
            <p:cNvCxnSpPr/>
            <p:nvPr/>
          </p:nvCxnSpPr>
          <p:spPr>
            <a:xfrm>
              <a:off x="90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マスの線 2"/>
            <p:cNvCxnSpPr/>
            <p:nvPr/>
          </p:nvCxnSpPr>
          <p:spPr>
            <a:xfrm>
              <a:off x="126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マスの線 3"/>
            <p:cNvCxnSpPr/>
            <p:nvPr/>
          </p:nvCxnSpPr>
          <p:spPr>
            <a:xfrm>
              <a:off x="162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マスの線 4"/>
            <p:cNvCxnSpPr/>
            <p:nvPr/>
          </p:nvCxnSpPr>
          <p:spPr>
            <a:xfrm>
              <a:off x="198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マスの線 5"/>
            <p:cNvCxnSpPr/>
            <p:nvPr/>
          </p:nvCxnSpPr>
          <p:spPr>
            <a:xfrm>
              <a:off x="234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マスの線 6"/>
            <p:cNvCxnSpPr/>
            <p:nvPr/>
          </p:nvCxnSpPr>
          <p:spPr>
            <a:xfrm>
              <a:off x="270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マスの線 7"/>
            <p:cNvCxnSpPr/>
            <p:nvPr/>
          </p:nvCxnSpPr>
          <p:spPr>
            <a:xfrm>
              <a:off x="306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マスの線 8"/>
            <p:cNvCxnSpPr/>
            <p:nvPr/>
          </p:nvCxnSpPr>
          <p:spPr>
            <a:xfrm>
              <a:off x="342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マスの線 9"/>
            <p:cNvCxnSpPr/>
            <p:nvPr/>
          </p:nvCxnSpPr>
          <p:spPr>
            <a:xfrm>
              <a:off x="378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マスの線 10"/>
            <p:cNvCxnSpPr/>
            <p:nvPr/>
          </p:nvCxnSpPr>
          <p:spPr>
            <a:xfrm>
              <a:off x="414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マスの線 11"/>
            <p:cNvCxnSpPr/>
            <p:nvPr/>
          </p:nvCxnSpPr>
          <p:spPr>
            <a:xfrm>
              <a:off x="450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マスの線 12"/>
            <p:cNvCxnSpPr/>
            <p:nvPr/>
          </p:nvCxnSpPr>
          <p:spPr>
            <a:xfrm>
              <a:off x="486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マスの線 13"/>
            <p:cNvCxnSpPr/>
            <p:nvPr/>
          </p:nvCxnSpPr>
          <p:spPr>
            <a:xfrm>
              <a:off x="522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マスの線 14"/>
            <p:cNvCxnSpPr/>
            <p:nvPr/>
          </p:nvCxnSpPr>
          <p:spPr>
            <a:xfrm>
              <a:off x="558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マスの線 15"/>
            <p:cNvCxnSpPr/>
            <p:nvPr/>
          </p:nvCxnSpPr>
          <p:spPr>
            <a:xfrm>
              <a:off x="594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マスの線 16"/>
            <p:cNvCxnSpPr/>
            <p:nvPr/>
          </p:nvCxnSpPr>
          <p:spPr>
            <a:xfrm>
              <a:off x="630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マスの線 17"/>
            <p:cNvCxnSpPr/>
            <p:nvPr/>
          </p:nvCxnSpPr>
          <p:spPr>
            <a:xfrm>
              <a:off x="6660000" y="183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4行目"/>
          <p:cNvGrpSpPr/>
          <p:nvPr/>
        </p:nvGrpSpPr>
        <p:grpSpPr>
          <a:xfrm>
            <a:off x="540000" y="2304000"/>
            <a:ext cx="6480000" cy="360000"/>
            <a:chOff x="540000" y="2304000"/>
            <a:chExt cx="6480000" cy="360000"/>
          </a:xfrm>
        </p:grpSpPr>
        <p:sp>
          <p:nvSpPr>
            <p:cNvPr id="63" name="外わく"/>
            <p:cNvSpPr/>
            <p:nvPr/>
          </p:nvSpPr>
          <p:spPr>
            <a:xfrm>
              <a:off x="540000" y="2304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マスの線 1"/>
            <p:cNvCxnSpPr/>
            <p:nvPr/>
          </p:nvCxnSpPr>
          <p:spPr>
            <a:xfrm>
              <a:off x="90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マスの線 2"/>
            <p:cNvCxnSpPr/>
            <p:nvPr/>
          </p:nvCxnSpPr>
          <p:spPr>
            <a:xfrm>
              <a:off x="126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マスの線 3"/>
            <p:cNvCxnSpPr/>
            <p:nvPr/>
          </p:nvCxnSpPr>
          <p:spPr>
            <a:xfrm>
              <a:off x="162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マスの線 4"/>
            <p:cNvCxnSpPr/>
            <p:nvPr/>
          </p:nvCxnSpPr>
          <p:spPr>
            <a:xfrm>
              <a:off x="198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マスの線 5"/>
            <p:cNvCxnSpPr/>
            <p:nvPr/>
          </p:nvCxnSpPr>
          <p:spPr>
            <a:xfrm>
              <a:off x="234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マスの線 6"/>
            <p:cNvCxnSpPr/>
            <p:nvPr/>
          </p:nvCxnSpPr>
          <p:spPr>
            <a:xfrm>
              <a:off x="270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マスの線 7"/>
            <p:cNvCxnSpPr/>
            <p:nvPr/>
          </p:nvCxnSpPr>
          <p:spPr>
            <a:xfrm>
              <a:off x="306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マスの線 8"/>
            <p:cNvCxnSpPr/>
            <p:nvPr/>
          </p:nvCxnSpPr>
          <p:spPr>
            <a:xfrm>
              <a:off x="342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マスの線 9"/>
            <p:cNvCxnSpPr/>
            <p:nvPr/>
          </p:nvCxnSpPr>
          <p:spPr>
            <a:xfrm>
              <a:off x="378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マスの線 10"/>
            <p:cNvCxnSpPr/>
            <p:nvPr/>
          </p:nvCxnSpPr>
          <p:spPr>
            <a:xfrm>
              <a:off x="414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マスの線 11"/>
            <p:cNvCxnSpPr/>
            <p:nvPr/>
          </p:nvCxnSpPr>
          <p:spPr>
            <a:xfrm>
              <a:off x="450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マスの線 12"/>
            <p:cNvCxnSpPr/>
            <p:nvPr/>
          </p:nvCxnSpPr>
          <p:spPr>
            <a:xfrm>
              <a:off x="486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マスの線 13"/>
            <p:cNvCxnSpPr/>
            <p:nvPr/>
          </p:nvCxnSpPr>
          <p:spPr>
            <a:xfrm>
              <a:off x="522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マスの線 14"/>
            <p:cNvCxnSpPr/>
            <p:nvPr/>
          </p:nvCxnSpPr>
          <p:spPr>
            <a:xfrm>
              <a:off x="558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マスの線 15"/>
            <p:cNvCxnSpPr/>
            <p:nvPr/>
          </p:nvCxnSpPr>
          <p:spPr>
            <a:xfrm>
              <a:off x="594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マスの線 16"/>
            <p:cNvCxnSpPr/>
            <p:nvPr/>
          </p:nvCxnSpPr>
          <p:spPr>
            <a:xfrm>
              <a:off x="630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マスの線 17"/>
            <p:cNvCxnSpPr/>
            <p:nvPr/>
          </p:nvCxnSpPr>
          <p:spPr>
            <a:xfrm>
              <a:off x="6660000" y="230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5行目"/>
          <p:cNvGrpSpPr/>
          <p:nvPr/>
        </p:nvGrpSpPr>
        <p:grpSpPr>
          <a:xfrm>
            <a:off x="540000" y="2772000"/>
            <a:ext cx="6480000" cy="360000"/>
            <a:chOff x="540000" y="2772000"/>
            <a:chExt cx="6480000" cy="360000"/>
          </a:xfrm>
        </p:grpSpPr>
        <p:sp>
          <p:nvSpPr>
            <p:cNvPr id="82" name="外わく"/>
            <p:cNvSpPr/>
            <p:nvPr/>
          </p:nvSpPr>
          <p:spPr>
            <a:xfrm>
              <a:off x="540000" y="2772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3" name="マスの線 1"/>
            <p:cNvCxnSpPr/>
            <p:nvPr/>
          </p:nvCxnSpPr>
          <p:spPr>
            <a:xfrm>
              <a:off x="90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マスの線 2"/>
            <p:cNvCxnSpPr/>
            <p:nvPr/>
          </p:nvCxnSpPr>
          <p:spPr>
            <a:xfrm>
              <a:off x="126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マスの線 3"/>
            <p:cNvCxnSpPr/>
            <p:nvPr/>
          </p:nvCxnSpPr>
          <p:spPr>
            <a:xfrm>
              <a:off x="162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マスの線 4"/>
            <p:cNvCxnSpPr/>
            <p:nvPr/>
          </p:nvCxnSpPr>
          <p:spPr>
            <a:xfrm>
              <a:off x="198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マスの線 5"/>
            <p:cNvCxnSpPr/>
            <p:nvPr/>
          </p:nvCxnSpPr>
          <p:spPr>
            <a:xfrm>
              <a:off x="234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マスの線 6"/>
            <p:cNvCxnSpPr/>
            <p:nvPr/>
          </p:nvCxnSpPr>
          <p:spPr>
            <a:xfrm>
              <a:off x="270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マスの線 7"/>
            <p:cNvCxnSpPr/>
            <p:nvPr/>
          </p:nvCxnSpPr>
          <p:spPr>
            <a:xfrm>
              <a:off x="306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マスの線 8"/>
            <p:cNvCxnSpPr/>
            <p:nvPr/>
          </p:nvCxnSpPr>
          <p:spPr>
            <a:xfrm>
              <a:off x="342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マスの線 9"/>
            <p:cNvCxnSpPr/>
            <p:nvPr/>
          </p:nvCxnSpPr>
          <p:spPr>
            <a:xfrm>
              <a:off x="378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マスの線 10"/>
            <p:cNvCxnSpPr/>
            <p:nvPr/>
          </p:nvCxnSpPr>
          <p:spPr>
            <a:xfrm>
              <a:off x="414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マスの線 11"/>
            <p:cNvCxnSpPr/>
            <p:nvPr/>
          </p:nvCxnSpPr>
          <p:spPr>
            <a:xfrm>
              <a:off x="450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マスの線 12"/>
            <p:cNvCxnSpPr/>
            <p:nvPr/>
          </p:nvCxnSpPr>
          <p:spPr>
            <a:xfrm>
              <a:off x="486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マスの線 13"/>
            <p:cNvCxnSpPr/>
            <p:nvPr/>
          </p:nvCxnSpPr>
          <p:spPr>
            <a:xfrm>
              <a:off x="522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マスの線 14"/>
            <p:cNvCxnSpPr/>
            <p:nvPr/>
          </p:nvCxnSpPr>
          <p:spPr>
            <a:xfrm>
              <a:off x="558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マスの線 15"/>
            <p:cNvCxnSpPr/>
            <p:nvPr/>
          </p:nvCxnSpPr>
          <p:spPr>
            <a:xfrm>
              <a:off x="594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マスの線 16"/>
            <p:cNvCxnSpPr/>
            <p:nvPr/>
          </p:nvCxnSpPr>
          <p:spPr>
            <a:xfrm>
              <a:off x="630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マスの線 17"/>
            <p:cNvCxnSpPr/>
            <p:nvPr/>
          </p:nvCxnSpPr>
          <p:spPr>
            <a:xfrm>
              <a:off x="6660000" y="277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6行目"/>
          <p:cNvGrpSpPr/>
          <p:nvPr/>
        </p:nvGrpSpPr>
        <p:grpSpPr>
          <a:xfrm>
            <a:off x="540000" y="3240000"/>
            <a:ext cx="6480000" cy="360000"/>
            <a:chOff x="540000" y="3240000"/>
            <a:chExt cx="6480000" cy="360000"/>
          </a:xfrm>
        </p:grpSpPr>
        <p:sp>
          <p:nvSpPr>
            <p:cNvPr id="101" name="外わく"/>
            <p:cNvSpPr/>
            <p:nvPr/>
          </p:nvSpPr>
          <p:spPr>
            <a:xfrm>
              <a:off x="540000" y="3240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2" name="マスの線 1"/>
            <p:cNvCxnSpPr/>
            <p:nvPr/>
          </p:nvCxnSpPr>
          <p:spPr>
            <a:xfrm>
              <a:off x="90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マスの線 2"/>
            <p:cNvCxnSpPr/>
            <p:nvPr/>
          </p:nvCxnSpPr>
          <p:spPr>
            <a:xfrm>
              <a:off x="126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マスの線 3"/>
            <p:cNvCxnSpPr/>
            <p:nvPr/>
          </p:nvCxnSpPr>
          <p:spPr>
            <a:xfrm>
              <a:off x="162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マスの線 4"/>
            <p:cNvCxnSpPr/>
            <p:nvPr/>
          </p:nvCxnSpPr>
          <p:spPr>
            <a:xfrm>
              <a:off x="198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マスの線 5"/>
            <p:cNvCxnSpPr/>
            <p:nvPr/>
          </p:nvCxnSpPr>
          <p:spPr>
            <a:xfrm>
              <a:off x="234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マスの線 6"/>
            <p:cNvCxnSpPr/>
            <p:nvPr/>
          </p:nvCxnSpPr>
          <p:spPr>
            <a:xfrm>
              <a:off x="270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マスの線 7"/>
            <p:cNvCxnSpPr/>
            <p:nvPr/>
          </p:nvCxnSpPr>
          <p:spPr>
            <a:xfrm>
              <a:off x="306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マスの線 8"/>
            <p:cNvCxnSpPr/>
            <p:nvPr/>
          </p:nvCxnSpPr>
          <p:spPr>
            <a:xfrm>
              <a:off x="342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マスの線 9"/>
            <p:cNvCxnSpPr/>
            <p:nvPr/>
          </p:nvCxnSpPr>
          <p:spPr>
            <a:xfrm>
              <a:off x="378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マスの線 10"/>
            <p:cNvCxnSpPr/>
            <p:nvPr/>
          </p:nvCxnSpPr>
          <p:spPr>
            <a:xfrm>
              <a:off x="414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マスの線 11"/>
            <p:cNvCxnSpPr/>
            <p:nvPr/>
          </p:nvCxnSpPr>
          <p:spPr>
            <a:xfrm>
              <a:off x="450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マスの線 12"/>
            <p:cNvCxnSpPr/>
            <p:nvPr/>
          </p:nvCxnSpPr>
          <p:spPr>
            <a:xfrm>
              <a:off x="486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マスの線 13"/>
            <p:cNvCxnSpPr/>
            <p:nvPr/>
          </p:nvCxnSpPr>
          <p:spPr>
            <a:xfrm>
              <a:off x="522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マスの線 14"/>
            <p:cNvCxnSpPr/>
            <p:nvPr/>
          </p:nvCxnSpPr>
          <p:spPr>
            <a:xfrm>
              <a:off x="558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マスの線 15"/>
            <p:cNvCxnSpPr/>
            <p:nvPr/>
          </p:nvCxnSpPr>
          <p:spPr>
            <a:xfrm>
              <a:off x="594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マスの線 16"/>
            <p:cNvCxnSpPr/>
            <p:nvPr/>
          </p:nvCxnSpPr>
          <p:spPr>
            <a:xfrm>
              <a:off x="630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マスの線 17"/>
            <p:cNvCxnSpPr/>
            <p:nvPr/>
          </p:nvCxnSpPr>
          <p:spPr>
            <a:xfrm>
              <a:off x="6660000" y="324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7行目"/>
          <p:cNvGrpSpPr/>
          <p:nvPr/>
        </p:nvGrpSpPr>
        <p:grpSpPr>
          <a:xfrm>
            <a:off x="540000" y="3708000"/>
            <a:ext cx="6480000" cy="360000"/>
            <a:chOff x="540000" y="3708000"/>
            <a:chExt cx="6480000" cy="360000"/>
          </a:xfrm>
        </p:grpSpPr>
        <p:sp>
          <p:nvSpPr>
            <p:cNvPr id="120" name="外わく"/>
            <p:cNvSpPr/>
            <p:nvPr/>
          </p:nvSpPr>
          <p:spPr>
            <a:xfrm>
              <a:off x="540000" y="3708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1" name="マスの線 1"/>
            <p:cNvCxnSpPr/>
            <p:nvPr/>
          </p:nvCxnSpPr>
          <p:spPr>
            <a:xfrm>
              <a:off x="90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マスの線 2"/>
            <p:cNvCxnSpPr/>
            <p:nvPr/>
          </p:nvCxnSpPr>
          <p:spPr>
            <a:xfrm>
              <a:off x="126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マスの線 3"/>
            <p:cNvCxnSpPr/>
            <p:nvPr/>
          </p:nvCxnSpPr>
          <p:spPr>
            <a:xfrm>
              <a:off x="162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マスの線 4"/>
            <p:cNvCxnSpPr/>
            <p:nvPr/>
          </p:nvCxnSpPr>
          <p:spPr>
            <a:xfrm>
              <a:off x="198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マスの線 5"/>
            <p:cNvCxnSpPr/>
            <p:nvPr/>
          </p:nvCxnSpPr>
          <p:spPr>
            <a:xfrm>
              <a:off x="234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マスの線 6"/>
            <p:cNvCxnSpPr/>
            <p:nvPr/>
          </p:nvCxnSpPr>
          <p:spPr>
            <a:xfrm>
              <a:off x="270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マスの線 7"/>
            <p:cNvCxnSpPr/>
            <p:nvPr/>
          </p:nvCxnSpPr>
          <p:spPr>
            <a:xfrm>
              <a:off x="306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マスの線 8"/>
            <p:cNvCxnSpPr/>
            <p:nvPr/>
          </p:nvCxnSpPr>
          <p:spPr>
            <a:xfrm>
              <a:off x="342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マスの線 9"/>
            <p:cNvCxnSpPr/>
            <p:nvPr/>
          </p:nvCxnSpPr>
          <p:spPr>
            <a:xfrm>
              <a:off x="378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マスの線 10"/>
            <p:cNvCxnSpPr/>
            <p:nvPr/>
          </p:nvCxnSpPr>
          <p:spPr>
            <a:xfrm>
              <a:off x="414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マスの線 11"/>
            <p:cNvCxnSpPr/>
            <p:nvPr/>
          </p:nvCxnSpPr>
          <p:spPr>
            <a:xfrm>
              <a:off x="450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マスの線 12"/>
            <p:cNvCxnSpPr/>
            <p:nvPr/>
          </p:nvCxnSpPr>
          <p:spPr>
            <a:xfrm>
              <a:off x="486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マスの線 13"/>
            <p:cNvCxnSpPr/>
            <p:nvPr/>
          </p:nvCxnSpPr>
          <p:spPr>
            <a:xfrm>
              <a:off x="522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マスの線 14"/>
            <p:cNvCxnSpPr/>
            <p:nvPr/>
          </p:nvCxnSpPr>
          <p:spPr>
            <a:xfrm>
              <a:off x="558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マスの線 15"/>
            <p:cNvCxnSpPr/>
            <p:nvPr/>
          </p:nvCxnSpPr>
          <p:spPr>
            <a:xfrm>
              <a:off x="594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マスの線 16"/>
            <p:cNvCxnSpPr/>
            <p:nvPr/>
          </p:nvCxnSpPr>
          <p:spPr>
            <a:xfrm>
              <a:off x="630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マスの線 17"/>
            <p:cNvCxnSpPr/>
            <p:nvPr/>
          </p:nvCxnSpPr>
          <p:spPr>
            <a:xfrm>
              <a:off x="6660000" y="370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8行目"/>
          <p:cNvGrpSpPr/>
          <p:nvPr/>
        </p:nvGrpSpPr>
        <p:grpSpPr>
          <a:xfrm>
            <a:off x="540000" y="4176000"/>
            <a:ext cx="6480000" cy="360000"/>
            <a:chOff x="540000" y="4176000"/>
            <a:chExt cx="6480000" cy="360000"/>
          </a:xfrm>
        </p:grpSpPr>
        <p:sp>
          <p:nvSpPr>
            <p:cNvPr id="139" name="外わく"/>
            <p:cNvSpPr/>
            <p:nvPr/>
          </p:nvSpPr>
          <p:spPr>
            <a:xfrm>
              <a:off x="540000" y="4176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0" name="マスの線 1"/>
            <p:cNvCxnSpPr/>
            <p:nvPr/>
          </p:nvCxnSpPr>
          <p:spPr>
            <a:xfrm>
              <a:off x="90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マスの線 2"/>
            <p:cNvCxnSpPr/>
            <p:nvPr/>
          </p:nvCxnSpPr>
          <p:spPr>
            <a:xfrm>
              <a:off x="126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マスの線 3"/>
            <p:cNvCxnSpPr/>
            <p:nvPr/>
          </p:nvCxnSpPr>
          <p:spPr>
            <a:xfrm>
              <a:off x="162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マスの線 4"/>
            <p:cNvCxnSpPr/>
            <p:nvPr/>
          </p:nvCxnSpPr>
          <p:spPr>
            <a:xfrm>
              <a:off x="198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マスの線 5"/>
            <p:cNvCxnSpPr/>
            <p:nvPr/>
          </p:nvCxnSpPr>
          <p:spPr>
            <a:xfrm>
              <a:off x="234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マスの線 6"/>
            <p:cNvCxnSpPr/>
            <p:nvPr/>
          </p:nvCxnSpPr>
          <p:spPr>
            <a:xfrm>
              <a:off x="270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マスの線 7"/>
            <p:cNvCxnSpPr/>
            <p:nvPr/>
          </p:nvCxnSpPr>
          <p:spPr>
            <a:xfrm>
              <a:off x="306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マスの線 8"/>
            <p:cNvCxnSpPr/>
            <p:nvPr/>
          </p:nvCxnSpPr>
          <p:spPr>
            <a:xfrm>
              <a:off x="342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マスの線 9"/>
            <p:cNvCxnSpPr/>
            <p:nvPr/>
          </p:nvCxnSpPr>
          <p:spPr>
            <a:xfrm>
              <a:off x="378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マスの線 10"/>
            <p:cNvCxnSpPr/>
            <p:nvPr/>
          </p:nvCxnSpPr>
          <p:spPr>
            <a:xfrm>
              <a:off x="414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マスの線 11"/>
            <p:cNvCxnSpPr/>
            <p:nvPr/>
          </p:nvCxnSpPr>
          <p:spPr>
            <a:xfrm>
              <a:off x="450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マスの線 12"/>
            <p:cNvCxnSpPr/>
            <p:nvPr/>
          </p:nvCxnSpPr>
          <p:spPr>
            <a:xfrm>
              <a:off x="486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マスの線 13"/>
            <p:cNvCxnSpPr/>
            <p:nvPr/>
          </p:nvCxnSpPr>
          <p:spPr>
            <a:xfrm>
              <a:off x="522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マスの線 14"/>
            <p:cNvCxnSpPr/>
            <p:nvPr/>
          </p:nvCxnSpPr>
          <p:spPr>
            <a:xfrm>
              <a:off x="558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マスの線 15"/>
            <p:cNvCxnSpPr/>
            <p:nvPr/>
          </p:nvCxnSpPr>
          <p:spPr>
            <a:xfrm>
              <a:off x="594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マスの線 16"/>
            <p:cNvCxnSpPr/>
            <p:nvPr/>
          </p:nvCxnSpPr>
          <p:spPr>
            <a:xfrm>
              <a:off x="630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マスの線 17"/>
            <p:cNvCxnSpPr/>
            <p:nvPr/>
          </p:nvCxnSpPr>
          <p:spPr>
            <a:xfrm>
              <a:off x="6660000" y="417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9行目"/>
          <p:cNvGrpSpPr/>
          <p:nvPr/>
        </p:nvGrpSpPr>
        <p:grpSpPr>
          <a:xfrm>
            <a:off x="540000" y="4644000"/>
            <a:ext cx="6480000" cy="360000"/>
            <a:chOff x="540000" y="4644000"/>
            <a:chExt cx="6480000" cy="360000"/>
          </a:xfrm>
        </p:grpSpPr>
        <p:sp>
          <p:nvSpPr>
            <p:cNvPr id="158" name="外わく"/>
            <p:cNvSpPr/>
            <p:nvPr/>
          </p:nvSpPr>
          <p:spPr>
            <a:xfrm>
              <a:off x="540000" y="4644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9" name="マスの線 1"/>
            <p:cNvCxnSpPr/>
            <p:nvPr/>
          </p:nvCxnSpPr>
          <p:spPr>
            <a:xfrm>
              <a:off x="90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マスの線 2"/>
            <p:cNvCxnSpPr/>
            <p:nvPr/>
          </p:nvCxnSpPr>
          <p:spPr>
            <a:xfrm>
              <a:off x="126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マスの線 3"/>
            <p:cNvCxnSpPr/>
            <p:nvPr/>
          </p:nvCxnSpPr>
          <p:spPr>
            <a:xfrm>
              <a:off x="162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マスの線 4"/>
            <p:cNvCxnSpPr/>
            <p:nvPr/>
          </p:nvCxnSpPr>
          <p:spPr>
            <a:xfrm>
              <a:off x="198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マスの線 5"/>
            <p:cNvCxnSpPr/>
            <p:nvPr/>
          </p:nvCxnSpPr>
          <p:spPr>
            <a:xfrm>
              <a:off x="234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マスの線 6"/>
            <p:cNvCxnSpPr/>
            <p:nvPr/>
          </p:nvCxnSpPr>
          <p:spPr>
            <a:xfrm>
              <a:off x="270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マスの線 7"/>
            <p:cNvCxnSpPr/>
            <p:nvPr/>
          </p:nvCxnSpPr>
          <p:spPr>
            <a:xfrm>
              <a:off x="306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マスの線 8"/>
            <p:cNvCxnSpPr/>
            <p:nvPr/>
          </p:nvCxnSpPr>
          <p:spPr>
            <a:xfrm>
              <a:off x="342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マスの線 9"/>
            <p:cNvCxnSpPr/>
            <p:nvPr/>
          </p:nvCxnSpPr>
          <p:spPr>
            <a:xfrm>
              <a:off x="378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マスの線 10"/>
            <p:cNvCxnSpPr/>
            <p:nvPr/>
          </p:nvCxnSpPr>
          <p:spPr>
            <a:xfrm>
              <a:off x="414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マスの線 11"/>
            <p:cNvCxnSpPr/>
            <p:nvPr/>
          </p:nvCxnSpPr>
          <p:spPr>
            <a:xfrm>
              <a:off x="450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マスの線 12"/>
            <p:cNvCxnSpPr/>
            <p:nvPr/>
          </p:nvCxnSpPr>
          <p:spPr>
            <a:xfrm>
              <a:off x="486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マスの線 13"/>
            <p:cNvCxnSpPr/>
            <p:nvPr/>
          </p:nvCxnSpPr>
          <p:spPr>
            <a:xfrm>
              <a:off x="522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マスの線 14"/>
            <p:cNvCxnSpPr/>
            <p:nvPr/>
          </p:nvCxnSpPr>
          <p:spPr>
            <a:xfrm>
              <a:off x="558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マスの線 15"/>
            <p:cNvCxnSpPr/>
            <p:nvPr/>
          </p:nvCxnSpPr>
          <p:spPr>
            <a:xfrm>
              <a:off x="594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マスの線 16"/>
            <p:cNvCxnSpPr/>
            <p:nvPr/>
          </p:nvCxnSpPr>
          <p:spPr>
            <a:xfrm>
              <a:off x="630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マスの線 17"/>
            <p:cNvCxnSpPr/>
            <p:nvPr/>
          </p:nvCxnSpPr>
          <p:spPr>
            <a:xfrm>
              <a:off x="6660000" y="464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10行目"/>
          <p:cNvGrpSpPr/>
          <p:nvPr/>
        </p:nvGrpSpPr>
        <p:grpSpPr>
          <a:xfrm>
            <a:off x="540000" y="5112000"/>
            <a:ext cx="6480000" cy="360000"/>
            <a:chOff x="540000" y="5112000"/>
            <a:chExt cx="6480000" cy="360000"/>
          </a:xfrm>
        </p:grpSpPr>
        <p:sp>
          <p:nvSpPr>
            <p:cNvPr id="177" name="外わく"/>
            <p:cNvSpPr/>
            <p:nvPr/>
          </p:nvSpPr>
          <p:spPr>
            <a:xfrm>
              <a:off x="540000" y="5112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8" name="マスの線 1"/>
            <p:cNvCxnSpPr/>
            <p:nvPr/>
          </p:nvCxnSpPr>
          <p:spPr>
            <a:xfrm>
              <a:off x="90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マスの線 2"/>
            <p:cNvCxnSpPr/>
            <p:nvPr/>
          </p:nvCxnSpPr>
          <p:spPr>
            <a:xfrm>
              <a:off x="126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マスの線 3"/>
            <p:cNvCxnSpPr/>
            <p:nvPr/>
          </p:nvCxnSpPr>
          <p:spPr>
            <a:xfrm>
              <a:off x="162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マスの線 4"/>
            <p:cNvCxnSpPr/>
            <p:nvPr/>
          </p:nvCxnSpPr>
          <p:spPr>
            <a:xfrm>
              <a:off x="198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マスの線 5"/>
            <p:cNvCxnSpPr/>
            <p:nvPr/>
          </p:nvCxnSpPr>
          <p:spPr>
            <a:xfrm>
              <a:off x="234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マスの線 6"/>
            <p:cNvCxnSpPr/>
            <p:nvPr/>
          </p:nvCxnSpPr>
          <p:spPr>
            <a:xfrm>
              <a:off x="270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マスの線 7"/>
            <p:cNvCxnSpPr/>
            <p:nvPr/>
          </p:nvCxnSpPr>
          <p:spPr>
            <a:xfrm>
              <a:off x="306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マスの線 8"/>
            <p:cNvCxnSpPr/>
            <p:nvPr/>
          </p:nvCxnSpPr>
          <p:spPr>
            <a:xfrm>
              <a:off x="342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マスの線 9"/>
            <p:cNvCxnSpPr/>
            <p:nvPr/>
          </p:nvCxnSpPr>
          <p:spPr>
            <a:xfrm>
              <a:off x="378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マスの線 10"/>
            <p:cNvCxnSpPr/>
            <p:nvPr/>
          </p:nvCxnSpPr>
          <p:spPr>
            <a:xfrm>
              <a:off x="414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マスの線 11"/>
            <p:cNvCxnSpPr/>
            <p:nvPr/>
          </p:nvCxnSpPr>
          <p:spPr>
            <a:xfrm>
              <a:off x="450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マスの線 12"/>
            <p:cNvCxnSpPr/>
            <p:nvPr/>
          </p:nvCxnSpPr>
          <p:spPr>
            <a:xfrm>
              <a:off x="486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マスの線 13"/>
            <p:cNvCxnSpPr/>
            <p:nvPr/>
          </p:nvCxnSpPr>
          <p:spPr>
            <a:xfrm>
              <a:off x="522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マスの線 14"/>
            <p:cNvCxnSpPr/>
            <p:nvPr/>
          </p:nvCxnSpPr>
          <p:spPr>
            <a:xfrm>
              <a:off x="558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マスの線 15"/>
            <p:cNvCxnSpPr/>
            <p:nvPr/>
          </p:nvCxnSpPr>
          <p:spPr>
            <a:xfrm>
              <a:off x="594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マスの線 16"/>
            <p:cNvCxnSpPr/>
            <p:nvPr/>
          </p:nvCxnSpPr>
          <p:spPr>
            <a:xfrm>
              <a:off x="630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マスの線 17"/>
            <p:cNvCxnSpPr/>
            <p:nvPr/>
          </p:nvCxnSpPr>
          <p:spPr>
            <a:xfrm>
              <a:off x="6660000" y="511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11行目"/>
          <p:cNvGrpSpPr/>
          <p:nvPr/>
        </p:nvGrpSpPr>
        <p:grpSpPr>
          <a:xfrm>
            <a:off x="540000" y="5580000"/>
            <a:ext cx="6480000" cy="360000"/>
            <a:chOff x="540000" y="5580000"/>
            <a:chExt cx="6480000" cy="360000"/>
          </a:xfrm>
        </p:grpSpPr>
        <p:sp>
          <p:nvSpPr>
            <p:cNvPr id="196" name="外わく"/>
            <p:cNvSpPr/>
            <p:nvPr/>
          </p:nvSpPr>
          <p:spPr>
            <a:xfrm>
              <a:off x="540000" y="5580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7" name="マスの線 1"/>
            <p:cNvCxnSpPr/>
            <p:nvPr/>
          </p:nvCxnSpPr>
          <p:spPr>
            <a:xfrm>
              <a:off x="90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マスの線 2"/>
            <p:cNvCxnSpPr/>
            <p:nvPr/>
          </p:nvCxnSpPr>
          <p:spPr>
            <a:xfrm>
              <a:off x="126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マスの線 3"/>
            <p:cNvCxnSpPr/>
            <p:nvPr/>
          </p:nvCxnSpPr>
          <p:spPr>
            <a:xfrm>
              <a:off x="162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マスの線 4"/>
            <p:cNvCxnSpPr/>
            <p:nvPr/>
          </p:nvCxnSpPr>
          <p:spPr>
            <a:xfrm>
              <a:off x="198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マスの線 5"/>
            <p:cNvCxnSpPr/>
            <p:nvPr/>
          </p:nvCxnSpPr>
          <p:spPr>
            <a:xfrm>
              <a:off x="234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マスの線 6"/>
            <p:cNvCxnSpPr/>
            <p:nvPr/>
          </p:nvCxnSpPr>
          <p:spPr>
            <a:xfrm>
              <a:off x="270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マスの線 7"/>
            <p:cNvCxnSpPr/>
            <p:nvPr/>
          </p:nvCxnSpPr>
          <p:spPr>
            <a:xfrm>
              <a:off x="306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マスの線 8"/>
            <p:cNvCxnSpPr/>
            <p:nvPr/>
          </p:nvCxnSpPr>
          <p:spPr>
            <a:xfrm>
              <a:off x="342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マスの線 9"/>
            <p:cNvCxnSpPr/>
            <p:nvPr/>
          </p:nvCxnSpPr>
          <p:spPr>
            <a:xfrm>
              <a:off x="378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マスの線 10"/>
            <p:cNvCxnSpPr/>
            <p:nvPr/>
          </p:nvCxnSpPr>
          <p:spPr>
            <a:xfrm>
              <a:off x="414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マスの線 11"/>
            <p:cNvCxnSpPr/>
            <p:nvPr/>
          </p:nvCxnSpPr>
          <p:spPr>
            <a:xfrm>
              <a:off x="450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マスの線 12"/>
            <p:cNvCxnSpPr/>
            <p:nvPr/>
          </p:nvCxnSpPr>
          <p:spPr>
            <a:xfrm>
              <a:off x="486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マスの線 13"/>
            <p:cNvCxnSpPr/>
            <p:nvPr/>
          </p:nvCxnSpPr>
          <p:spPr>
            <a:xfrm>
              <a:off x="522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マスの線 14"/>
            <p:cNvCxnSpPr/>
            <p:nvPr/>
          </p:nvCxnSpPr>
          <p:spPr>
            <a:xfrm>
              <a:off x="558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マスの線 15"/>
            <p:cNvCxnSpPr/>
            <p:nvPr/>
          </p:nvCxnSpPr>
          <p:spPr>
            <a:xfrm>
              <a:off x="594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マスの線 16"/>
            <p:cNvCxnSpPr/>
            <p:nvPr/>
          </p:nvCxnSpPr>
          <p:spPr>
            <a:xfrm>
              <a:off x="630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マスの線 17"/>
            <p:cNvCxnSpPr/>
            <p:nvPr/>
          </p:nvCxnSpPr>
          <p:spPr>
            <a:xfrm>
              <a:off x="6660000" y="558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12行目"/>
          <p:cNvGrpSpPr/>
          <p:nvPr/>
        </p:nvGrpSpPr>
        <p:grpSpPr>
          <a:xfrm>
            <a:off x="540000" y="6048000"/>
            <a:ext cx="6480000" cy="360000"/>
            <a:chOff x="540000" y="6048000"/>
            <a:chExt cx="6480000" cy="360000"/>
          </a:xfrm>
        </p:grpSpPr>
        <p:sp>
          <p:nvSpPr>
            <p:cNvPr id="215" name="外わく"/>
            <p:cNvSpPr/>
            <p:nvPr/>
          </p:nvSpPr>
          <p:spPr>
            <a:xfrm>
              <a:off x="540000" y="6048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6" name="マスの線 1"/>
            <p:cNvCxnSpPr/>
            <p:nvPr/>
          </p:nvCxnSpPr>
          <p:spPr>
            <a:xfrm>
              <a:off x="90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マスの線 2"/>
            <p:cNvCxnSpPr/>
            <p:nvPr/>
          </p:nvCxnSpPr>
          <p:spPr>
            <a:xfrm>
              <a:off x="126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マスの線 3"/>
            <p:cNvCxnSpPr/>
            <p:nvPr/>
          </p:nvCxnSpPr>
          <p:spPr>
            <a:xfrm>
              <a:off x="162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マスの線 4"/>
            <p:cNvCxnSpPr/>
            <p:nvPr/>
          </p:nvCxnSpPr>
          <p:spPr>
            <a:xfrm>
              <a:off x="198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マスの線 5"/>
            <p:cNvCxnSpPr/>
            <p:nvPr/>
          </p:nvCxnSpPr>
          <p:spPr>
            <a:xfrm>
              <a:off x="234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マスの線 6"/>
            <p:cNvCxnSpPr/>
            <p:nvPr/>
          </p:nvCxnSpPr>
          <p:spPr>
            <a:xfrm>
              <a:off x="270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マスの線 7"/>
            <p:cNvCxnSpPr/>
            <p:nvPr/>
          </p:nvCxnSpPr>
          <p:spPr>
            <a:xfrm>
              <a:off x="306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マスの線 8"/>
            <p:cNvCxnSpPr/>
            <p:nvPr/>
          </p:nvCxnSpPr>
          <p:spPr>
            <a:xfrm>
              <a:off x="342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マスの線 9"/>
            <p:cNvCxnSpPr/>
            <p:nvPr/>
          </p:nvCxnSpPr>
          <p:spPr>
            <a:xfrm>
              <a:off x="378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マスの線 10"/>
            <p:cNvCxnSpPr/>
            <p:nvPr/>
          </p:nvCxnSpPr>
          <p:spPr>
            <a:xfrm>
              <a:off x="414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マスの線 11"/>
            <p:cNvCxnSpPr/>
            <p:nvPr/>
          </p:nvCxnSpPr>
          <p:spPr>
            <a:xfrm>
              <a:off x="450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マスの線 12"/>
            <p:cNvCxnSpPr/>
            <p:nvPr/>
          </p:nvCxnSpPr>
          <p:spPr>
            <a:xfrm>
              <a:off x="486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マスの線 13"/>
            <p:cNvCxnSpPr/>
            <p:nvPr/>
          </p:nvCxnSpPr>
          <p:spPr>
            <a:xfrm>
              <a:off x="522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マスの線 14"/>
            <p:cNvCxnSpPr/>
            <p:nvPr/>
          </p:nvCxnSpPr>
          <p:spPr>
            <a:xfrm>
              <a:off x="558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マスの線 15"/>
            <p:cNvCxnSpPr/>
            <p:nvPr/>
          </p:nvCxnSpPr>
          <p:spPr>
            <a:xfrm>
              <a:off x="594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マスの線 16"/>
            <p:cNvCxnSpPr/>
            <p:nvPr/>
          </p:nvCxnSpPr>
          <p:spPr>
            <a:xfrm>
              <a:off x="630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マスの線 17"/>
            <p:cNvCxnSpPr/>
            <p:nvPr/>
          </p:nvCxnSpPr>
          <p:spPr>
            <a:xfrm>
              <a:off x="6660000" y="604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13行目"/>
          <p:cNvGrpSpPr/>
          <p:nvPr/>
        </p:nvGrpSpPr>
        <p:grpSpPr>
          <a:xfrm>
            <a:off x="540000" y="6516000"/>
            <a:ext cx="6480000" cy="360000"/>
            <a:chOff x="540000" y="6516000"/>
            <a:chExt cx="6480000" cy="360000"/>
          </a:xfrm>
        </p:grpSpPr>
        <p:sp>
          <p:nvSpPr>
            <p:cNvPr id="234" name="外わく"/>
            <p:cNvSpPr/>
            <p:nvPr/>
          </p:nvSpPr>
          <p:spPr>
            <a:xfrm>
              <a:off x="540000" y="6516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5" name="マスの線 1"/>
            <p:cNvCxnSpPr/>
            <p:nvPr/>
          </p:nvCxnSpPr>
          <p:spPr>
            <a:xfrm>
              <a:off x="90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マスの線 2"/>
            <p:cNvCxnSpPr/>
            <p:nvPr/>
          </p:nvCxnSpPr>
          <p:spPr>
            <a:xfrm>
              <a:off x="126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マスの線 3"/>
            <p:cNvCxnSpPr/>
            <p:nvPr/>
          </p:nvCxnSpPr>
          <p:spPr>
            <a:xfrm>
              <a:off x="162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マスの線 4"/>
            <p:cNvCxnSpPr/>
            <p:nvPr/>
          </p:nvCxnSpPr>
          <p:spPr>
            <a:xfrm>
              <a:off x="198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マスの線 5"/>
            <p:cNvCxnSpPr/>
            <p:nvPr/>
          </p:nvCxnSpPr>
          <p:spPr>
            <a:xfrm>
              <a:off x="234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マスの線 6"/>
            <p:cNvCxnSpPr/>
            <p:nvPr/>
          </p:nvCxnSpPr>
          <p:spPr>
            <a:xfrm>
              <a:off x="270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マスの線 7"/>
            <p:cNvCxnSpPr/>
            <p:nvPr/>
          </p:nvCxnSpPr>
          <p:spPr>
            <a:xfrm>
              <a:off x="306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マスの線 8"/>
            <p:cNvCxnSpPr/>
            <p:nvPr/>
          </p:nvCxnSpPr>
          <p:spPr>
            <a:xfrm>
              <a:off x="342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マスの線 9"/>
            <p:cNvCxnSpPr/>
            <p:nvPr/>
          </p:nvCxnSpPr>
          <p:spPr>
            <a:xfrm>
              <a:off x="378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マスの線 10"/>
            <p:cNvCxnSpPr/>
            <p:nvPr/>
          </p:nvCxnSpPr>
          <p:spPr>
            <a:xfrm>
              <a:off x="414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マスの線 11"/>
            <p:cNvCxnSpPr/>
            <p:nvPr/>
          </p:nvCxnSpPr>
          <p:spPr>
            <a:xfrm>
              <a:off x="450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マスの線 12"/>
            <p:cNvCxnSpPr/>
            <p:nvPr/>
          </p:nvCxnSpPr>
          <p:spPr>
            <a:xfrm>
              <a:off x="486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マスの線 13"/>
            <p:cNvCxnSpPr/>
            <p:nvPr/>
          </p:nvCxnSpPr>
          <p:spPr>
            <a:xfrm>
              <a:off x="522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マスの線 14"/>
            <p:cNvCxnSpPr/>
            <p:nvPr/>
          </p:nvCxnSpPr>
          <p:spPr>
            <a:xfrm>
              <a:off x="558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マスの線 15"/>
            <p:cNvCxnSpPr/>
            <p:nvPr/>
          </p:nvCxnSpPr>
          <p:spPr>
            <a:xfrm>
              <a:off x="594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マスの線 16"/>
            <p:cNvCxnSpPr/>
            <p:nvPr/>
          </p:nvCxnSpPr>
          <p:spPr>
            <a:xfrm>
              <a:off x="630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マスの線 17"/>
            <p:cNvCxnSpPr/>
            <p:nvPr/>
          </p:nvCxnSpPr>
          <p:spPr>
            <a:xfrm>
              <a:off x="6660000" y="6516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14行目"/>
          <p:cNvGrpSpPr/>
          <p:nvPr/>
        </p:nvGrpSpPr>
        <p:grpSpPr>
          <a:xfrm>
            <a:off x="540000" y="6984000"/>
            <a:ext cx="6480000" cy="360000"/>
            <a:chOff x="540000" y="6984000"/>
            <a:chExt cx="6480000" cy="360000"/>
          </a:xfrm>
        </p:grpSpPr>
        <p:sp>
          <p:nvSpPr>
            <p:cNvPr id="253" name="外わく"/>
            <p:cNvSpPr/>
            <p:nvPr/>
          </p:nvSpPr>
          <p:spPr>
            <a:xfrm>
              <a:off x="540000" y="6984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4" name="マスの線 1"/>
            <p:cNvCxnSpPr/>
            <p:nvPr/>
          </p:nvCxnSpPr>
          <p:spPr>
            <a:xfrm>
              <a:off x="90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マスの線 2"/>
            <p:cNvCxnSpPr/>
            <p:nvPr/>
          </p:nvCxnSpPr>
          <p:spPr>
            <a:xfrm>
              <a:off x="126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マスの線 3"/>
            <p:cNvCxnSpPr/>
            <p:nvPr/>
          </p:nvCxnSpPr>
          <p:spPr>
            <a:xfrm>
              <a:off x="162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マスの線 4"/>
            <p:cNvCxnSpPr/>
            <p:nvPr/>
          </p:nvCxnSpPr>
          <p:spPr>
            <a:xfrm>
              <a:off x="198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マスの線 5"/>
            <p:cNvCxnSpPr/>
            <p:nvPr/>
          </p:nvCxnSpPr>
          <p:spPr>
            <a:xfrm>
              <a:off x="234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マスの線 6"/>
            <p:cNvCxnSpPr/>
            <p:nvPr/>
          </p:nvCxnSpPr>
          <p:spPr>
            <a:xfrm>
              <a:off x="270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マスの線 7"/>
            <p:cNvCxnSpPr/>
            <p:nvPr/>
          </p:nvCxnSpPr>
          <p:spPr>
            <a:xfrm>
              <a:off x="306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マスの線 8"/>
            <p:cNvCxnSpPr/>
            <p:nvPr/>
          </p:nvCxnSpPr>
          <p:spPr>
            <a:xfrm>
              <a:off x="342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マスの線 9"/>
            <p:cNvCxnSpPr/>
            <p:nvPr/>
          </p:nvCxnSpPr>
          <p:spPr>
            <a:xfrm>
              <a:off x="378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マスの線 10"/>
            <p:cNvCxnSpPr/>
            <p:nvPr/>
          </p:nvCxnSpPr>
          <p:spPr>
            <a:xfrm>
              <a:off x="414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マスの線 11"/>
            <p:cNvCxnSpPr/>
            <p:nvPr/>
          </p:nvCxnSpPr>
          <p:spPr>
            <a:xfrm>
              <a:off x="450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マスの線 12"/>
            <p:cNvCxnSpPr/>
            <p:nvPr/>
          </p:nvCxnSpPr>
          <p:spPr>
            <a:xfrm>
              <a:off x="486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マスの線 13"/>
            <p:cNvCxnSpPr/>
            <p:nvPr/>
          </p:nvCxnSpPr>
          <p:spPr>
            <a:xfrm>
              <a:off x="522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マスの線 14"/>
            <p:cNvCxnSpPr/>
            <p:nvPr/>
          </p:nvCxnSpPr>
          <p:spPr>
            <a:xfrm>
              <a:off x="558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マスの線 15"/>
            <p:cNvCxnSpPr/>
            <p:nvPr/>
          </p:nvCxnSpPr>
          <p:spPr>
            <a:xfrm>
              <a:off x="594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マスの線 16"/>
            <p:cNvCxnSpPr/>
            <p:nvPr/>
          </p:nvCxnSpPr>
          <p:spPr>
            <a:xfrm>
              <a:off x="630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マスの線 17"/>
            <p:cNvCxnSpPr/>
            <p:nvPr/>
          </p:nvCxnSpPr>
          <p:spPr>
            <a:xfrm>
              <a:off x="6660000" y="6984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1" name="15行目"/>
          <p:cNvGrpSpPr/>
          <p:nvPr/>
        </p:nvGrpSpPr>
        <p:grpSpPr>
          <a:xfrm>
            <a:off x="540000" y="7452000"/>
            <a:ext cx="6480000" cy="360000"/>
            <a:chOff x="540000" y="7452000"/>
            <a:chExt cx="6480000" cy="360000"/>
          </a:xfrm>
        </p:grpSpPr>
        <p:sp>
          <p:nvSpPr>
            <p:cNvPr id="272" name="外わく"/>
            <p:cNvSpPr/>
            <p:nvPr/>
          </p:nvSpPr>
          <p:spPr>
            <a:xfrm>
              <a:off x="540000" y="7452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3" name="マスの線 1"/>
            <p:cNvCxnSpPr/>
            <p:nvPr/>
          </p:nvCxnSpPr>
          <p:spPr>
            <a:xfrm>
              <a:off x="90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マスの線 2"/>
            <p:cNvCxnSpPr/>
            <p:nvPr/>
          </p:nvCxnSpPr>
          <p:spPr>
            <a:xfrm>
              <a:off x="126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マスの線 3"/>
            <p:cNvCxnSpPr/>
            <p:nvPr/>
          </p:nvCxnSpPr>
          <p:spPr>
            <a:xfrm>
              <a:off x="162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マスの線 4"/>
            <p:cNvCxnSpPr/>
            <p:nvPr/>
          </p:nvCxnSpPr>
          <p:spPr>
            <a:xfrm>
              <a:off x="198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マスの線 5"/>
            <p:cNvCxnSpPr/>
            <p:nvPr/>
          </p:nvCxnSpPr>
          <p:spPr>
            <a:xfrm>
              <a:off x="234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マスの線 6"/>
            <p:cNvCxnSpPr/>
            <p:nvPr/>
          </p:nvCxnSpPr>
          <p:spPr>
            <a:xfrm>
              <a:off x="270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マスの線 7"/>
            <p:cNvCxnSpPr/>
            <p:nvPr/>
          </p:nvCxnSpPr>
          <p:spPr>
            <a:xfrm>
              <a:off x="306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マスの線 8"/>
            <p:cNvCxnSpPr/>
            <p:nvPr/>
          </p:nvCxnSpPr>
          <p:spPr>
            <a:xfrm>
              <a:off x="342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マスの線 9"/>
            <p:cNvCxnSpPr/>
            <p:nvPr/>
          </p:nvCxnSpPr>
          <p:spPr>
            <a:xfrm>
              <a:off x="378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マスの線 10"/>
            <p:cNvCxnSpPr/>
            <p:nvPr/>
          </p:nvCxnSpPr>
          <p:spPr>
            <a:xfrm>
              <a:off x="414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マスの線 11"/>
            <p:cNvCxnSpPr/>
            <p:nvPr/>
          </p:nvCxnSpPr>
          <p:spPr>
            <a:xfrm>
              <a:off x="450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マスの線 12"/>
            <p:cNvCxnSpPr/>
            <p:nvPr/>
          </p:nvCxnSpPr>
          <p:spPr>
            <a:xfrm>
              <a:off x="486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マスの線 13"/>
            <p:cNvCxnSpPr/>
            <p:nvPr/>
          </p:nvCxnSpPr>
          <p:spPr>
            <a:xfrm>
              <a:off x="522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マスの線 14"/>
            <p:cNvCxnSpPr/>
            <p:nvPr/>
          </p:nvCxnSpPr>
          <p:spPr>
            <a:xfrm>
              <a:off x="558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マスの線 15"/>
            <p:cNvCxnSpPr/>
            <p:nvPr/>
          </p:nvCxnSpPr>
          <p:spPr>
            <a:xfrm>
              <a:off x="594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マスの線 16"/>
            <p:cNvCxnSpPr/>
            <p:nvPr/>
          </p:nvCxnSpPr>
          <p:spPr>
            <a:xfrm>
              <a:off x="630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マスの線 17"/>
            <p:cNvCxnSpPr/>
            <p:nvPr/>
          </p:nvCxnSpPr>
          <p:spPr>
            <a:xfrm>
              <a:off x="6660000" y="7452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0" name="16行目"/>
          <p:cNvGrpSpPr/>
          <p:nvPr/>
        </p:nvGrpSpPr>
        <p:grpSpPr>
          <a:xfrm>
            <a:off x="540000" y="7920000"/>
            <a:ext cx="6480000" cy="360000"/>
            <a:chOff x="540000" y="7920000"/>
            <a:chExt cx="6480000" cy="360000"/>
          </a:xfrm>
        </p:grpSpPr>
        <p:sp>
          <p:nvSpPr>
            <p:cNvPr id="291" name="外わく"/>
            <p:cNvSpPr/>
            <p:nvPr/>
          </p:nvSpPr>
          <p:spPr>
            <a:xfrm>
              <a:off x="540000" y="7920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2" name="マスの線 1"/>
            <p:cNvCxnSpPr/>
            <p:nvPr/>
          </p:nvCxnSpPr>
          <p:spPr>
            <a:xfrm>
              <a:off x="90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マスの線 2"/>
            <p:cNvCxnSpPr/>
            <p:nvPr/>
          </p:nvCxnSpPr>
          <p:spPr>
            <a:xfrm>
              <a:off x="126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マスの線 3"/>
            <p:cNvCxnSpPr/>
            <p:nvPr/>
          </p:nvCxnSpPr>
          <p:spPr>
            <a:xfrm>
              <a:off x="162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マスの線 4"/>
            <p:cNvCxnSpPr/>
            <p:nvPr/>
          </p:nvCxnSpPr>
          <p:spPr>
            <a:xfrm>
              <a:off x="198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マスの線 5"/>
            <p:cNvCxnSpPr/>
            <p:nvPr/>
          </p:nvCxnSpPr>
          <p:spPr>
            <a:xfrm>
              <a:off x="234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マスの線 6"/>
            <p:cNvCxnSpPr/>
            <p:nvPr/>
          </p:nvCxnSpPr>
          <p:spPr>
            <a:xfrm>
              <a:off x="270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マスの線 7"/>
            <p:cNvCxnSpPr/>
            <p:nvPr/>
          </p:nvCxnSpPr>
          <p:spPr>
            <a:xfrm>
              <a:off x="306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マスの線 8"/>
            <p:cNvCxnSpPr/>
            <p:nvPr/>
          </p:nvCxnSpPr>
          <p:spPr>
            <a:xfrm>
              <a:off x="342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マスの線 9"/>
            <p:cNvCxnSpPr/>
            <p:nvPr/>
          </p:nvCxnSpPr>
          <p:spPr>
            <a:xfrm>
              <a:off x="378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マスの線 10"/>
            <p:cNvCxnSpPr/>
            <p:nvPr/>
          </p:nvCxnSpPr>
          <p:spPr>
            <a:xfrm>
              <a:off x="414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マスの線 11"/>
            <p:cNvCxnSpPr/>
            <p:nvPr/>
          </p:nvCxnSpPr>
          <p:spPr>
            <a:xfrm>
              <a:off x="450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マスの線 12"/>
            <p:cNvCxnSpPr/>
            <p:nvPr/>
          </p:nvCxnSpPr>
          <p:spPr>
            <a:xfrm>
              <a:off x="486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マスの線 13"/>
            <p:cNvCxnSpPr/>
            <p:nvPr/>
          </p:nvCxnSpPr>
          <p:spPr>
            <a:xfrm>
              <a:off x="522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マスの線 14"/>
            <p:cNvCxnSpPr/>
            <p:nvPr/>
          </p:nvCxnSpPr>
          <p:spPr>
            <a:xfrm>
              <a:off x="558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マスの線 15"/>
            <p:cNvCxnSpPr/>
            <p:nvPr/>
          </p:nvCxnSpPr>
          <p:spPr>
            <a:xfrm>
              <a:off x="594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マスの線 16"/>
            <p:cNvCxnSpPr/>
            <p:nvPr/>
          </p:nvCxnSpPr>
          <p:spPr>
            <a:xfrm>
              <a:off x="630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マスの線 17"/>
            <p:cNvCxnSpPr/>
            <p:nvPr/>
          </p:nvCxnSpPr>
          <p:spPr>
            <a:xfrm>
              <a:off x="6660000" y="7920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9" name="17行目"/>
          <p:cNvGrpSpPr/>
          <p:nvPr/>
        </p:nvGrpSpPr>
        <p:grpSpPr>
          <a:xfrm>
            <a:off x="540000" y="8388000"/>
            <a:ext cx="6480000" cy="360000"/>
            <a:chOff x="540000" y="8388000"/>
            <a:chExt cx="6480000" cy="360000"/>
          </a:xfrm>
        </p:grpSpPr>
        <p:sp>
          <p:nvSpPr>
            <p:cNvPr id="310" name="外わく"/>
            <p:cNvSpPr/>
            <p:nvPr/>
          </p:nvSpPr>
          <p:spPr>
            <a:xfrm>
              <a:off x="540000" y="8388000"/>
              <a:ext cx="6480000" cy="3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1" name="マスの線 1"/>
            <p:cNvCxnSpPr/>
            <p:nvPr/>
          </p:nvCxnSpPr>
          <p:spPr>
            <a:xfrm>
              <a:off x="90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マスの線 2"/>
            <p:cNvCxnSpPr/>
            <p:nvPr/>
          </p:nvCxnSpPr>
          <p:spPr>
            <a:xfrm>
              <a:off x="126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マスの線 3"/>
            <p:cNvCxnSpPr/>
            <p:nvPr/>
          </p:nvCxnSpPr>
          <p:spPr>
            <a:xfrm>
              <a:off x="162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マスの線 4"/>
            <p:cNvCxnSpPr/>
            <p:nvPr/>
          </p:nvCxnSpPr>
          <p:spPr>
            <a:xfrm>
              <a:off x="198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マスの線 5"/>
            <p:cNvCxnSpPr/>
            <p:nvPr/>
          </p:nvCxnSpPr>
          <p:spPr>
            <a:xfrm>
              <a:off x="234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マスの線 6"/>
            <p:cNvCxnSpPr/>
            <p:nvPr/>
          </p:nvCxnSpPr>
          <p:spPr>
            <a:xfrm>
              <a:off x="270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マスの線 7"/>
            <p:cNvCxnSpPr/>
            <p:nvPr/>
          </p:nvCxnSpPr>
          <p:spPr>
            <a:xfrm>
              <a:off x="306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マスの線 8"/>
            <p:cNvCxnSpPr/>
            <p:nvPr/>
          </p:nvCxnSpPr>
          <p:spPr>
            <a:xfrm>
              <a:off x="342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マスの線 9"/>
            <p:cNvCxnSpPr/>
            <p:nvPr/>
          </p:nvCxnSpPr>
          <p:spPr>
            <a:xfrm>
              <a:off x="378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マスの線 10"/>
            <p:cNvCxnSpPr/>
            <p:nvPr/>
          </p:nvCxnSpPr>
          <p:spPr>
            <a:xfrm>
              <a:off x="414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マスの線 11"/>
            <p:cNvCxnSpPr/>
            <p:nvPr/>
          </p:nvCxnSpPr>
          <p:spPr>
            <a:xfrm>
              <a:off x="450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マスの線 12"/>
            <p:cNvCxnSpPr/>
            <p:nvPr/>
          </p:nvCxnSpPr>
          <p:spPr>
            <a:xfrm>
              <a:off x="486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マスの線 13"/>
            <p:cNvCxnSpPr/>
            <p:nvPr/>
          </p:nvCxnSpPr>
          <p:spPr>
            <a:xfrm>
              <a:off x="522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マスの線 14"/>
            <p:cNvCxnSpPr/>
            <p:nvPr/>
          </p:nvCxnSpPr>
          <p:spPr>
            <a:xfrm>
              <a:off x="558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マスの線 15"/>
            <p:cNvCxnSpPr/>
            <p:nvPr/>
          </p:nvCxnSpPr>
          <p:spPr>
            <a:xfrm>
              <a:off x="594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マスの線 16"/>
            <p:cNvCxnSpPr/>
            <p:nvPr/>
          </p:nvCxnSpPr>
          <p:spPr>
            <a:xfrm>
              <a:off x="630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マスの線 17"/>
            <p:cNvCxnSpPr/>
            <p:nvPr/>
          </p:nvCxnSpPr>
          <p:spPr>
            <a:xfrm>
              <a:off x="6660000" y="8388000"/>
              <a:ext cx="0" cy="360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8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000" y="9223200"/>
            <a:ext cx="2592000" cy="1036800"/>
          </a:xfrm>
          <a:prstGeom prst="rect">
            <a:avLst/>
          </a:prstGeom>
        </p:spPr>
      </p:pic>
      <p:sp>
        <p:nvSpPr>
          <p:cNvPr id="329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4・5年／マス 10mm</a:t>
            </a:r>
          </a:p>
        </p:txBody>
      </p:sp>
      <p:sp>
        <p:nvSpPr>
          <p:cNvPr id="330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