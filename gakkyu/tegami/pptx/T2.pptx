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ありがとうの 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1行目（右から）"/>
          <p:cNvGrpSpPr/>
          <p:nvPr/>
        </p:nvGrpSpPr>
        <p:grpSpPr>
          <a:xfrm>
            <a:off x="6246000" y="900000"/>
            <a:ext cx="540000" cy="7560000"/>
            <a:chOff x="6246000" y="900000"/>
            <a:chExt cx="540000" cy="7560000"/>
          </a:xfrm>
        </p:grpSpPr>
        <p:sp>
          <p:nvSpPr>
            <p:cNvPr id="6" name="外わく"/>
            <p:cNvSpPr/>
            <p:nvPr/>
          </p:nvSpPr>
          <p:spPr>
            <a:xfrm>
              <a:off x="6246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6246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6246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6246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6246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6246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6246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6246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6246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6246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6246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6246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6246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6246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2行目（右から）"/>
          <p:cNvGrpSpPr/>
          <p:nvPr/>
        </p:nvGrpSpPr>
        <p:grpSpPr>
          <a:xfrm>
            <a:off x="5562000" y="900000"/>
            <a:ext cx="540000" cy="7560000"/>
            <a:chOff x="5562000" y="900000"/>
            <a:chExt cx="540000" cy="7560000"/>
          </a:xfrm>
        </p:grpSpPr>
        <p:sp>
          <p:nvSpPr>
            <p:cNvPr id="21" name="外わく"/>
            <p:cNvSpPr/>
            <p:nvPr/>
          </p:nvSpPr>
          <p:spPr>
            <a:xfrm>
              <a:off x="5562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マスの線 1"/>
            <p:cNvCxnSpPr/>
            <p:nvPr/>
          </p:nvCxnSpPr>
          <p:spPr>
            <a:xfrm>
              <a:off x="5562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2"/>
            <p:cNvCxnSpPr/>
            <p:nvPr/>
          </p:nvCxnSpPr>
          <p:spPr>
            <a:xfrm>
              <a:off x="5562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3"/>
            <p:cNvCxnSpPr/>
            <p:nvPr/>
          </p:nvCxnSpPr>
          <p:spPr>
            <a:xfrm>
              <a:off x="5562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4"/>
            <p:cNvCxnSpPr/>
            <p:nvPr/>
          </p:nvCxnSpPr>
          <p:spPr>
            <a:xfrm>
              <a:off x="5562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5"/>
            <p:cNvCxnSpPr/>
            <p:nvPr/>
          </p:nvCxnSpPr>
          <p:spPr>
            <a:xfrm>
              <a:off x="5562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6"/>
            <p:cNvCxnSpPr/>
            <p:nvPr/>
          </p:nvCxnSpPr>
          <p:spPr>
            <a:xfrm>
              <a:off x="5562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7"/>
            <p:cNvCxnSpPr/>
            <p:nvPr/>
          </p:nvCxnSpPr>
          <p:spPr>
            <a:xfrm>
              <a:off x="5562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8"/>
            <p:cNvCxnSpPr/>
            <p:nvPr/>
          </p:nvCxnSpPr>
          <p:spPr>
            <a:xfrm>
              <a:off x="5562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9"/>
            <p:cNvCxnSpPr/>
            <p:nvPr/>
          </p:nvCxnSpPr>
          <p:spPr>
            <a:xfrm>
              <a:off x="5562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マスの線 10"/>
            <p:cNvCxnSpPr/>
            <p:nvPr/>
          </p:nvCxnSpPr>
          <p:spPr>
            <a:xfrm>
              <a:off x="5562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マスの線 11"/>
            <p:cNvCxnSpPr/>
            <p:nvPr/>
          </p:nvCxnSpPr>
          <p:spPr>
            <a:xfrm>
              <a:off x="5562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12"/>
            <p:cNvCxnSpPr/>
            <p:nvPr/>
          </p:nvCxnSpPr>
          <p:spPr>
            <a:xfrm>
              <a:off x="5562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13"/>
            <p:cNvCxnSpPr/>
            <p:nvPr/>
          </p:nvCxnSpPr>
          <p:spPr>
            <a:xfrm>
              <a:off x="5562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3行目（右から）"/>
          <p:cNvGrpSpPr/>
          <p:nvPr/>
        </p:nvGrpSpPr>
        <p:grpSpPr>
          <a:xfrm>
            <a:off x="4878000" y="900000"/>
            <a:ext cx="540000" cy="7560000"/>
            <a:chOff x="4878000" y="900000"/>
            <a:chExt cx="540000" cy="7560000"/>
          </a:xfrm>
        </p:grpSpPr>
        <p:sp>
          <p:nvSpPr>
            <p:cNvPr id="36" name="外わく"/>
            <p:cNvSpPr/>
            <p:nvPr/>
          </p:nvSpPr>
          <p:spPr>
            <a:xfrm>
              <a:off x="4878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マスの線 1"/>
            <p:cNvCxnSpPr/>
            <p:nvPr/>
          </p:nvCxnSpPr>
          <p:spPr>
            <a:xfrm>
              <a:off x="4878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2"/>
            <p:cNvCxnSpPr/>
            <p:nvPr/>
          </p:nvCxnSpPr>
          <p:spPr>
            <a:xfrm>
              <a:off x="4878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3"/>
            <p:cNvCxnSpPr/>
            <p:nvPr/>
          </p:nvCxnSpPr>
          <p:spPr>
            <a:xfrm>
              <a:off x="4878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4"/>
            <p:cNvCxnSpPr/>
            <p:nvPr/>
          </p:nvCxnSpPr>
          <p:spPr>
            <a:xfrm>
              <a:off x="4878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5"/>
            <p:cNvCxnSpPr/>
            <p:nvPr/>
          </p:nvCxnSpPr>
          <p:spPr>
            <a:xfrm>
              <a:off x="4878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6"/>
            <p:cNvCxnSpPr/>
            <p:nvPr/>
          </p:nvCxnSpPr>
          <p:spPr>
            <a:xfrm>
              <a:off x="4878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7"/>
            <p:cNvCxnSpPr/>
            <p:nvPr/>
          </p:nvCxnSpPr>
          <p:spPr>
            <a:xfrm>
              <a:off x="4878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マスの線 8"/>
            <p:cNvCxnSpPr/>
            <p:nvPr/>
          </p:nvCxnSpPr>
          <p:spPr>
            <a:xfrm>
              <a:off x="4878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マスの線 9"/>
            <p:cNvCxnSpPr/>
            <p:nvPr/>
          </p:nvCxnSpPr>
          <p:spPr>
            <a:xfrm>
              <a:off x="4878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10"/>
            <p:cNvCxnSpPr/>
            <p:nvPr/>
          </p:nvCxnSpPr>
          <p:spPr>
            <a:xfrm>
              <a:off x="4878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11"/>
            <p:cNvCxnSpPr/>
            <p:nvPr/>
          </p:nvCxnSpPr>
          <p:spPr>
            <a:xfrm>
              <a:off x="4878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12"/>
            <p:cNvCxnSpPr/>
            <p:nvPr/>
          </p:nvCxnSpPr>
          <p:spPr>
            <a:xfrm>
              <a:off x="4878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13"/>
            <p:cNvCxnSpPr/>
            <p:nvPr/>
          </p:nvCxnSpPr>
          <p:spPr>
            <a:xfrm>
              <a:off x="4878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4行目（右から）"/>
          <p:cNvGrpSpPr/>
          <p:nvPr/>
        </p:nvGrpSpPr>
        <p:grpSpPr>
          <a:xfrm>
            <a:off x="4194000" y="900000"/>
            <a:ext cx="540000" cy="7560000"/>
            <a:chOff x="4194000" y="900000"/>
            <a:chExt cx="540000" cy="7560000"/>
          </a:xfrm>
        </p:grpSpPr>
        <p:sp>
          <p:nvSpPr>
            <p:cNvPr id="51" name="外わく"/>
            <p:cNvSpPr/>
            <p:nvPr/>
          </p:nvSpPr>
          <p:spPr>
            <a:xfrm>
              <a:off x="4194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マスの線 1"/>
            <p:cNvCxnSpPr/>
            <p:nvPr/>
          </p:nvCxnSpPr>
          <p:spPr>
            <a:xfrm>
              <a:off x="4194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2"/>
            <p:cNvCxnSpPr/>
            <p:nvPr/>
          </p:nvCxnSpPr>
          <p:spPr>
            <a:xfrm>
              <a:off x="4194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3"/>
            <p:cNvCxnSpPr/>
            <p:nvPr/>
          </p:nvCxnSpPr>
          <p:spPr>
            <a:xfrm>
              <a:off x="4194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4"/>
            <p:cNvCxnSpPr/>
            <p:nvPr/>
          </p:nvCxnSpPr>
          <p:spPr>
            <a:xfrm>
              <a:off x="4194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5"/>
            <p:cNvCxnSpPr/>
            <p:nvPr/>
          </p:nvCxnSpPr>
          <p:spPr>
            <a:xfrm>
              <a:off x="4194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マスの線 6"/>
            <p:cNvCxnSpPr/>
            <p:nvPr/>
          </p:nvCxnSpPr>
          <p:spPr>
            <a:xfrm>
              <a:off x="4194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7"/>
            <p:cNvCxnSpPr/>
            <p:nvPr/>
          </p:nvCxnSpPr>
          <p:spPr>
            <a:xfrm>
              <a:off x="4194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8"/>
            <p:cNvCxnSpPr/>
            <p:nvPr/>
          </p:nvCxnSpPr>
          <p:spPr>
            <a:xfrm>
              <a:off x="4194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9"/>
            <p:cNvCxnSpPr/>
            <p:nvPr/>
          </p:nvCxnSpPr>
          <p:spPr>
            <a:xfrm>
              <a:off x="4194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10"/>
            <p:cNvCxnSpPr/>
            <p:nvPr/>
          </p:nvCxnSpPr>
          <p:spPr>
            <a:xfrm>
              <a:off x="4194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11"/>
            <p:cNvCxnSpPr/>
            <p:nvPr/>
          </p:nvCxnSpPr>
          <p:spPr>
            <a:xfrm>
              <a:off x="4194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12"/>
            <p:cNvCxnSpPr/>
            <p:nvPr/>
          </p:nvCxnSpPr>
          <p:spPr>
            <a:xfrm>
              <a:off x="4194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13"/>
            <p:cNvCxnSpPr/>
            <p:nvPr/>
          </p:nvCxnSpPr>
          <p:spPr>
            <a:xfrm>
              <a:off x="4194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5行目（右から）"/>
          <p:cNvGrpSpPr/>
          <p:nvPr/>
        </p:nvGrpSpPr>
        <p:grpSpPr>
          <a:xfrm>
            <a:off x="3510000" y="900000"/>
            <a:ext cx="540000" cy="7560000"/>
            <a:chOff x="3510000" y="900000"/>
            <a:chExt cx="540000" cy="7560000"/>
          </a:xfrm>
        </p:grpSpPr>
        <p:sp>
          <p:nvSpPr>
            <p:cNvPr id="66" name="外わく"/>
            <p:cNvSpPr/>
            <p:nvPr/>
          </p:nvSpPr>
          <p:spPr>
            <a:xfrm>
              <a:off x="3510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マスの線 1"/>
            <p:cNvCxnSpPr/>
            <p:nvPr/>
          </p:nvCxnSpPr>
          <p:spPr>
            <a:xfrm>
              <a:off x="3510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2"/>
            <p:cNvCxnSpPr/>
            <p:nvPr/>
          </p:nvCxnSpPr>
          <p:spPr>
            <a:xfrm>
              <a:off x="3510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3"/>
            <p:cNvCxnSpPr/>
            <p:nvPr/>
          </p:nvCxnSpPr>
          <p:spPr>
            <a:xfrm>
              <a:off x="3510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4"/>
            <p:cNvCxnSpPr/>
            <p:nvPr/>
          </p:nvCxnSpPr>
          <p:spPr>
            <a:xfrm>
              <a:off x="3510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5"/>
            <p:cNvCxnSpPr/>
            <p:nvPr/>
          </p:nvCxnSpPr>
          <p:spPr>
            <a:xfrm>
              <a:off x="3510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6"/>
            <p:cNvCxnSpPr/>
            <p:nvPr/>
          </p:nvCxnSpPr>
          <p:spPr>
            <a:xfrm>
              <a:off x="3510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7"/>
            <p:cNvCxnSpPr/>
            <p:nvPr/>
          </p:nvCxnSpPr>
          <p:spPr>
            <a:xfrm>
              <a:off x="3510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8"/>
            <p:cNvCxnSpPr/>
            <p:nvPr/>
          </p:nvCxnSpPr>
          <p:spPr>
            <a:xfrm>
              <a:off x="3510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9"/>
            <p:cNvCxnSpPr/>
            <p:nvPr/>
          </p:nvCxnSpPr>
          <p:spPr>
            <a:xfrm>
              <a:off x="3510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10"/>
            <p:cNvCxnSpPr/>
            <p:nvPr/>
          </p:nvCxnSpPr>
          <p:spPr>
            <a:xfrm>
              <a:off x="3510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11"/>
            <p:cNvCxnSpPr/>
            <p:nvPr/>
          </p:nvCxnSpPr>
          <p:spPr>
            <a:xfrm>
              <a:off x="3510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12"/>
            <p:cNvCxnSpPr/>
            <p:nvPr/>
          </p:nvCxnSpPr>
          <p:spPr>
            <a:xfrm>
              <a:off x="3510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13"/>
            <p:cNvCxnSpPr/>
            <p:nvPr/>
          </p:nvCxnSpPr>
          <p:spPr>
            <a:xfrm>
              <a:off x="3510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6行目（右から）"/>
          <p:cNvGrpSpPr/>
          <p:nvPr/>
        </p:nvGrpSpPr>
        <p:grpSpPr>
          <a:xfrm>
            <a:off x="2826000" y="900000"/>
            <a:ext cx="540000" cy="7560000"/>
            <a:chOff x="2826000" y="900000"/>
            <a:chExt cx="540000" cy="7560000"/>
          </a:xfrm>
        </p:grpSpPr>
        <p:sp>
          <p:nvSpPr>
            <p:cNvPr id="81" name="外わく"/>
            <p:cNvSpPr/>
            <p:nvPr/>
          </p:nvSpPr>
          <p:spPr>
            <a:xfrm>
              <a:off x="2826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マスの線 1"/>
            <p:cNvCxnSpPr/>
            <p:nvPr/>
          </p:nvCxnSpPr>
          <p:spPr>
            <a:xfrm>
              <a:off x="2826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マスの線 2"/>
            <p:cNvCxnSpPr/>
            <p:nvPr/>
          </p:nvCxnSpPr>
          <p:spPr>
            <a:xfrm>
              <a:off x="2826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3"/>
            <p:cNvCxnSpPr/>
            <p:nvPr/>
          </p:nvCxnSpPr>
          <p:spPr>
            <a:xfrm>
              <a:off x="2826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4"/>
            <p:cNvCxnSpPr/>
            <p:nvPr/>
          </p:nvCxnSpPr>
          <p:spPr>
            <a:xfrm>
              <a:off x="2826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5"/>
            <p:cNvCxnSpPr/>
            <p:nvPr/>
          </p:nvCxnSpPr>
          <p:spPr>
            <a:xfrm>
              <a:off x="2826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6"/>
            <p:cNvCxnSpPr/>
            <p:nvPr/>
          </p:nvCxnSpPr>
          <p:spPr>
            <a:xfrm>
              <a:off x="2826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7"/>
            <p:cNvCxnSpPr/>
            <p:nvPr/>
          </p:nvCxnSpPr>
          <p:spPr>
            <a:xfrm>
              <a:off x="2826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8"/>
            <p:cNvCxnSpPr/>
            <p:nvPr/>
          </p:nvCxnSpPr>
          <p:spPr>
            <a:xfrm>
              <a:off x="2826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9"/>
            <p:cNvCxnSpPr/>
            <p:nvPr/>
          </p:nvCxnSpPr>
          <p:spPr>
            <a:xfrm>
              <a:off x="2826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10"/>
            <p:cNvCxnSpPr/>
            <p:nvPr/>
          </p:nvCxnSpPr>
          <p:spPr>
            <a:xfrm>
              <a:off x="2826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1"/>
            <p:cNvCxnSpPr/>
            <p:nvPr/>
          </p:nvCxnSpPr>
          <p:spPr>
            <a:xfrm>
              <a:off x="2826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2"/>
            <p:cNvCxnSpPr/>
            <p:nvPr/>
          </p:nvCxnSpPr>
          <p:spPr>
            <a:xfrm>
              <a:off x="2826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3"/>
            <p:cNvCxnSpPr/>
            <p:nvPr/>
          </p:nvCxnSpPr>
          <p:spPr>
            <a:xfrm>
              <a:off x="2826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7行目（右から）"/>
          <p:cNvGrpSpPr/>
          <p:nvPr/>
        </p:nvGrpSpPr>
        <p:grpSpPr>
          <a:xfrm>
            <a:off x="2142000" y="900000"/>
            <a:ext cx="540000" cy="7560000"/>
            <a:chOff x="2142000" y="900000"/>
            <a:chExt cx="540000" cy="7560000"/>
          </a:xfrm>
        </p:grpSpPr>
        <p:sp>
          <p:nvSpPr>
            <p:cNvPr id="96" name="外わく"/>
            <p:cNvSpPr/>
            <p:nvPr/>
          </p:nvSpPr>
          <p:spPr>
            <a:xfrm>
              <a:off x="2142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マスの線 1"/>
            <p:cNvCxnSpPr/>
            <p:nvPr/>
          </p:nvCxnSpPr>
          <p:spPr>
            <a:xfrm>
              <a:off x="2142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マスの線 2"/>
            <p:cNvCxnSpPr/>
            <p:nvPr/>
          </p:nvCxnSpPr>
          <p:spPr>
            <a:xfrm>
              <a:off x="2142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3"/>
            <p:cNvCxnSpPr/>
            <p:nvPr/>
          </p:nvCxnSpPr>
          <p:spPr>
            <a:xfrm>
              <a:off x="2142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4"/>
            <p:cNvCxnSpPr/>
            <p:nvPr/>
          </p:nvCxnSpPr>
          <p:spPr>
            <a:xfrm>
              <a:off x="2142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マスの線 5"/>
            <p:cNvCxnSpPr/>
            <p:nvPr/>
          </p:nvCxnSpPr>
          <p:spPr>
            <a:xfrm>
              <a:off x="2142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マスの線 6"/>
            <p:cNvCxnSpPr/>
            <p:nvPr/>
          </p:nvCxnSpPr>
          <p:spPr>
            <a:xfrm>
              <a:off x="2142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7"/>
            <p:cNvCxnSpPr/>
            <p:nvPr/>
          </p:nvCxnSpPr>
          <p:spPr>
            <a:xfrm>
              <a:off x="2142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8"/>
            <p:cNvCxnSpPr/>
            <p:nvPr/>
          </p:nvCxnSpPr>
          <p:spPr>
            <a:xfrm>
              <a:off x="2142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9"/>
            <p:cNvCxnSpPr/>
            <p:nvPr/>
          </p:nvCxnSpPr>
          <p:spPr>
            <a:xfrm>
              <a:off x="2142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10"/>
            <p:cNvCxnSpPr/>
            <p:nvPr/>
          </p:nvCxnSpPr>
          <p:spPr>
            <a:xfrm>
              <a:off x="2142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11"/>
            <p:cNvCxnSpPr/>
            <p:nvPr/>
          </p:nvCxnSpPr>
          <p:spPr>
            <a:xfrm>
              <a:off x="2142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12"/>
            <p:cNvCxnSpPr/>
            <p:nvPr/>
          </p:nvCxnSpPr>
          <p:spPr>
            <a:xfrm>
              <a:off x="2142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13"/>
            <p:cNvCxnSpPr/>
            <p:nvPr/>
          </p:nvCxnSpPr>
          <p:spPr>
            <a:xfrm>
              <a:off x="2142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8行目（右から）"/>
          <p:cNvGrpSpPr/>
          <p:nvPr/>
        </p:nvGrpSpPr>
        <p:grpSpPr>
          <a:xfrm>
            <a:off x="1458000" y="900000"/>
            <a:ext cx="540000" cy="7560000"/>
            <a:chOff x="1458000" y="900000"/>
            <a:chExt cx="540000" cy="7560000"/>
          </a:xfrm>
        </p:grpSpPr>
        <p:sp>
          <p:nvSpPr>
            <p:cNvPr id="111" name="外わく"/>
            <p:cNvSpPr/>
            <p:nvPr/>
          </p:nvSpPr>
          <p:spPr>
            <a:xfrm>
              <a:off x="1458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マスの線 1"/>
            <p:cNvCxnSpPr/>
            <p:nvPr/>
          </p:nvCxnSpPr>
          <p:spPr>
            <a:xfrm>
              <a:off x="1458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2"/>
            <p:cNvCxnSpPr/>
            <p:nvPr/>
          </p:nvCxnSpPr>
          <p:spPr>
            <a:xfrm>
              <a:off x="1458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3"/>
            <p:cNvCxnSpPr/>
            <p:nvPr/>
          </p:nvCxnSpPr>
          <p:spPr>
            <a:xfrm>
              <a:off x="1458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4"/>
            <p:cNvCxnSpPr/>
            <p:nvPr/>
          </p:nvCxnSpPr>
          <p:spPr>
            <a:xfrm>
              <a:off x="1458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5"/>
            <p:cNvCxnSpPr/>
            <p:nvPr/>
          </p:nvCxnSpPr>
          <p:spPr>
            <a:xfrm>
              <a:off x="1458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6"/>
            <p:cNvCxnSpPr/>
            <p:nvPr/>
          </p:nvCxnSpPr>
          <p:spPr>
            <a:xfrm>
              <a:off x="1458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7"/>
            <p:cNvCxnSpPr/>
            <p:nvPr/>
          </p:nvCxnSpPr>
          <p:spPr>
            <a:xfrm>
              <a:off x="1458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マスの線 8"/>
            <p:cNvCxnSpPr/>
            <p:nvPr/>
          </p:nvCxnSpPr>
          <p:spPr>
            <a:xfrm>
              <a:off x="1458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マスの線 9"/>
            <p:cNvCxnSpPr/>
            <p:nvPr/>
          </p:nvCxnSpPr>
          <p:spPr>
            <a:xfrm>
              <a:off x="1458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マスの線 10"/>
            <p:cNvCxnSpPr/>
            <p:nvPr/>
          </p:nvCxnSpPr>
          <p:spPr>
            <a:xfrm>
              <a:off x="1458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マスの線 11"/>
            <p:cNvCxnSpPr/>
            <p:nvPr/>
          </p:nvCxnSpPr>
          <p:spPr>
            <a:xfrm>
              <a:off x="1458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12"/>
            <p:cNvCxnSpPr/>
            <p:nvPr/>
          </p:nvCxnSpPr>
          <p:spPr>
            <a:xfrm>
              <a:off x="1458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13"/>
            <p:cNvCxnSpPr/>
            <p:nvPr/>
          </p:nvCxnSpPr>
          <p:spPr>
            <a:xfrm>
              <a:off x="1458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9行目（右から）"/>
          <p:cNvGrpSpPr/>
          <p:nvPr/>
        </p:nvGrpSpPr>
        <p:grpSpPr>
          <a:xfrm>
            <a:off x="774000" y="900000"/>
            <a:ext cx="540000" cy="7560000"/>
            <a:chOff x="774000" y="900000"/>
            <a:chExt cx="540000" cy="7560000"/>
          </a:xfrm>
        </p:grpSpPr>
        <p:sp>
          <p:nvSpPr>
            <p:cNvPr id="126" name="外わく"/>
            <p:cNvSpPr/>
            <p:nvPr/>
          </p:nvSpPr>
          <p:spPr>
            <a:xfrm>
              <a:off x="774000" y="900000"/>
              <a:ext cx="540000" cy="75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7" name="マスの線 1"/>
            <p:cNvCxnSpPr/>
            <p:nvPr/>
          </p:nvCxnSpPr>
          <p:spPr>
            <a:xfrm>
              <a:off x="774000" y="14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2"/>
            <p:cNvCxnSpPr/>
            <p:nvPr/>
          </p:nvCxnSpPr>
          <p:spPr>
            <a:xfrm>
              <a:off x="774000" y="19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3"/>
            <p:cNvCxnSpPr/>
            <p:nvPr/>
          </p:nvCxnSpPr>
          <p:spPr>
            <a:xfrm>
              <a:off x="774000" y="25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マスの線 4"/>
            <p:cNvCxnSpPr/>
            <p:nvPr/>
          </p:nvCxnSpPr>
          <p:spPr>
            <a:xfrm>
              <a:off x="774000" y="30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マスの線 5"/>
            <p:cNvCxnSpPr/>
            <p:nvPr/>
          </p:nvCxnSpPr>
          <p:spPr>
            <a:xfrm>
              <a:off x="774000" y="36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マスの線 6"/>
            <p:cNvCxnSpPr/>
            <p:nvPr/>
          </p:nvCxnSpPr>
          <p:spPr>
            <a:xfrm>
              <a:off x="774000" y="41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7"/>
            <p:cNvCxnSpPr/>
            <p:nvPr/>
          </p:nvCxnSpPr>
          <p:spPr>
            <a:xfrm>
              <a:off x="774000" y="46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8"/>
            <p:cNvCxnSpPr/>
            <p:nvPr/>
          </p:nvCxnSpPr>
          <p:spPr>
            <a:xfrm>
              <a:off x="774000" y="52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マスの線 9"/>
            <p:cNvCxnSpPr/>
            <p:nvPr/>
          </p:nvCxnSpPr>
          <p:spPr>
            <a:xfrm>
              <a:off x="774000" y="576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10"/>
            <p:cNvCxnSpPr/>
            <p:nvPr/>
          </p:nvCxnSpPr>
          <p:spPr>
            <a:xfrm>
              <a:off x="774000" y="630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11"/>
            <p:cNvCxnSpPr/>
            <p:nvPr/>
          </p:nvCxnSpPr>
          <p:spPr>
            <a:xfrm>
              <a:off x="774000" y="684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マスの線 12"/>
            <p:cNvCxnSpPr/>
            <p:nvPr/>
          </p:nvCxnSpPr>
          <p:spPr>
            <a:xfrm>
              <a:off x="774000" y="738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マスの線 13"/>
            <p:cNvCxnSpPr/>
            <p:nvPr/>
          </p:nvCxnSpPr>
          <p:spPr>
            <a:xfrm>
              <a:off x="774000" y="7920000"/>
              <a:ext cx="540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0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169395"/>
            <a:ext cx="1656000" cy="1090604"/>
          </a:xfrm>
          <a:prstGeom prst="rect">
            <a:avLst/>
          </a:prstGeom>
        </p:spPr>
      </p:pic>
      <p:sp>
        <p:nvSpPr>
          <p:cNvPr id="141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2・3年／マス 15mm</a:t>
            </a:r>
          </a:p>
        </p:txBody>
      </p:sp>
      <p:sp>
        <p:nvSpPr>
          <p:cNvPr id="142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