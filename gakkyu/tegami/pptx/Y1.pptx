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Stock「お礼の手紙 びんせん」の編集用ファイルです。</a:t>
            </a:r>
          </a:p>
          <a:p>
            <a:r>
              <a:t>・見出しはテキストボックスです。書きかえたり、消したりできます。</a:t>
            </a:r>
          </a:p>
          <a:p>
            <a:r>
              <a:t>・けい線やマスは1本ずつ、行（列）ごとにグループになっています。選んで Delete で消す、Ctrl+D で複製して増やす、ができます。</a:t>
            </a:r>
          </a:p>
          <a:p>
            <a:r>
              <a:t>・さし絵は消してもかまいません。</a:t>
            </a:r>
          </a:p>
          <a:p>
            <a:r>
              <a:t>・書体はWindowsの「UD デジタル 教科書体」を指定しています。無い環境では近い書体に置き換わります。</a:t>
            </a:r>
          </a:p>
          <a:p>
            <a:r>
              <a:t>・印刷はA4たて・実際のサイズ（拡大縮小なし）で。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見出し（自由に書きかえてください）"/>
          <p:cNvSpPr txBox="1"/>
          <p:nvPr/>
        </p:nvSpPr>
        <p:spPr>
          <a:xfrm>
            <a:off x="540000" y="414000"/>
            <a:ext cx="39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38424B"/>
                </a:solidFill>
                <a:latin typeface="UD デジタル 教科書体 N-B"/>
              </a:rPr>
              <a:t>ありがとうの てがみ</a:t>
            </a:r>
          </a:p>
        </p:txBody>
      </p:sp>
      <p:sp>
        <p:nvSpPr>
          <p:cNvPr id="3" name="名前欄"/>
          <p:cNvSpPr txBox="1"/>
          <p:nvPr/>
        </p:nvSpPr>
        <p:spPr>
          <a:xfrm>
            <a:off x="3600000" y="475200"/>
            <a:ext cx="34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8424B"/>
                </a:solidFill>
                <a:latin typeface="UD デジタル 教科書体 N-R"/>
              </a:rPr>
              <a:t>（　　年　　組　　名前　　　　　　　　）</a:t>
            </a:r>
          </a:p>
        </p:txBody>
      </p:sp>
      <p:cxnSp>
        <p:nvCxnSpPr>
          <p:cNvPr id="4" name="見出しの線"/>
          <p:cNvCxnSpPr/>
          <p:nvPr/>
        </p:nvCxnSpPr>
        <p:spPr>
          <a:xfrm>
            <a:off x="540000" y="734400"/>
            <a:ext cx="6480000" cy="0"/>
          </a:xfrm>
          <a:prstGeom prst="line">
            <a:avLst/>
          </a:prstGeom>
          <a:ln w="14376">
            <a:solidFill>
              <a:srgbClr val="6A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1行目"/>
          <p:cNvGrpSpPr/>
          <p:nvPr/>
        </p:nvGrpSpPr>
        <p:grpSpPr>
          <a:xfrm>
            <a:off x="756000" y="900000"/>
            <a:ext cx="6048000" cy="504000"/>
            <a:chOff x="756000" y="900000"/>
            <a:chExt cx="6048000" cy="504000"/>
          </a:xfrm>
        </p:grpSpPr>
        <p:sp>
          <p:nvSpPr>
            <p:cNvPr id="6" name="外わく"/>
            <p:cNvSpPr/>
            <p:nvPr/>
          </p:nvSpPr>
          <p:spPr>
            <a:xfrm>
              <a:off x="756000" y="900000"/>
              <a:ext cx="6048000" cy="504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マスの線 1"/>
            <p:cNvCxnSpPr/>
            <p:nvPr/>
          </p:nvCxnSpPr>
          <p:spPr>
            <a:xfrm>
              <a:off x="1260000" y="90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マスの線 2"/>
            <p:cNvCxnSpPr/>
            <p:nvPr/>
          </p:nvCxnSpPr>
          <p:spPr>
            <a:xfrm>
              <a:off x="1764000" y="90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マスの線 3"/>
            <p:cNvCxnSpPr/>
            <p:nvPr/>
          </p:nvCxnSpPr>
          <p:spPr>
            <a:xfrm>
              <a:off x="2268000" y="90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マスの線 4"/>
            <p:cNvCxnSpPr/>
            <p:nvPr/>
          </p:nvCxnSpPr>
          <p:spPr>
            <a:xfrm>
              <a:off x="2772000" y="90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マスの線 5"/>
            <p:cNvCxnSpPr/>
            <p:nvPr/>
          </p:nvCxnSpPr>
          <p:spPr>
            <a:xfrm>
              <a:off x="3276000" y="90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マスの線 6"/>
            <p:cNvCxnSpPr/>
            <p:nvPr/>
          </p:nvCxnSpPr>
          <p:spPr>
            <a:xfrm>
              <a:off x="3780000" y="90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マスの線 7"/>
            <p:cNvCxnSpPr/>
            <p:nvPr/>
          </p:nvCxnSpPr>
          <p:spPr>
            <a:xfrm>
              <a:off x="4284000" y="90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マスの線 8"/>
            <p:cNvCxnSpPr/>
            <p:nvPr/>
          </p:nvCxnSpPr>
          <p:spPr>
            <a:xfrm>
              <a:off x="4788000" y="90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マスの線 9"/>
            <p:cNvCxnSpPr/>
            <p:nvPr/>
          </p:nvCxnSpPr>
          <p:spPr>
            <a:xfrm>
              <a:off x="5292000" y="90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マスの線 10"/>
            <p:cNvCxnSpPr/>
            <p:nvPr/>
          </p:nvCxnSpPr>
          <p:spPr>
            <a:xfrm>
              <a:off x="5796000" y="90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マスの線 11"/>
            <p:cNvCxnSpPr/>
            <p:nvPr/>
          </p:nvCxnSpPr>
          <p:spPr>
            <a:xfrm>
              <a:off x="6300000" y="90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2行目"/>
          <p:cNvGrpSpPr/>
          <p:nvPr/>
        </p:nvGrpSpPr>
        <p:grpSpPr>
          <a:xfrm>
            <a:off x="756000" y="1548000"/>
            <a:ext cx="6048000" cy="504000"/>
            <a:chOff x="756000" y="1548000"/>
            <a:chExt cx="6048000" cy="504000"/>
          </a:xfrm>
        </p:grpSpPr>
        <p:sp>
          <p:nvSpPr>
            <p:cNvPr id="19" name="外わく"/>
            <p:cNvSpPr/>
            <p:nvPr/>
          </p:nvSpPr>
          <p:spPr>
            <a:xfrm>
              <a:off x="756000" y="1548000"/>
              <a:ext cx="6048000" cy="504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マスの線 1"/>
            <p:cNvCxnSpPr/>
            <p:nvPr/>
          </p:nvCxnSpPr>
          <p:spPr>
            <a:xfrm>
              <a:off x="1260000" y="154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マスの線 2"/>
            <p:cNvCxnSpPr/>
            <p:nvPr/>
          </p:nvCxnSpPr>
          <p:spPr>
            <a:xfrm>
              <a:off x="1764000" y="154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マスの線 3"/>
            <p:cNvCxnSpPr/>
            <p:nvPr/>
          </p:nvCxnSpPr>
          <p:spPr>
            <a:xfrm>
              <a:off x="2268000" y="154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マスの線 4"/>
            <p:cNvCxnSpPr/>
            <p:nvPr/>
          </p:nvCxnSpPr>
          <p:spPr>
            <a:xfrm>
              <a:off x="2772000" y="154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マスの線 5"/>
            <p:cNvCxnSpPr/>
            <p:nvPr/>
          </p:nvCxnSpPr>
          <p:spPr>
            <a:xfrm>
              <a:off x="3276000" y="154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マスの線 6"/>
            <p:cNvCxnSpPr/>
            <p:nvPr/>
          </p:nvCxnSpPr>
          <p:spPr>
            <a:xfrm>
              <a:off x="3780000" y="154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マスの線 7"/>
            <p:cNvCxnSpPr/>
            <p:nvPr/>
          </p:nvCxnSpPr>
          <p:spPr>
            <a:xfrm>
              <a:off x="4284000" y="154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マスの線 8"/>
            <p:cNvCxnSpPr/>
            <p:nvPr/>
          </p:nvCxnSpPr>
          <p:spPr>
            <a:xfrm>
              <a:off x="4788000" y="154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マスの線 9"/>
            <p:cNvCxnSpPr/>
            <p:nvPr/>
          </p:nvCxnSpPr>
          <p:spPr>
            <a:xfrm>
              <a:off x="5292000" y="154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マスの線 10"/>
            <p:cNvCxnSpPr/>
            <p:nvPr/>
          </p:nvCxnSpPr>
          <p:spPr>
            <a:xfrm>
              <a:off x="5796000" y="154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マスの線 11"/>
            <p:cNvCxnSpPr/>
            <p:nvPr/>
          </p:nvCxnSpPr>
          <p:spPr>
            <a:xfrm>
              <a:off x="6300000" y="154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3行目"/>
          <p:cNvGrpSpPr/>
          <p:nvPr/>
        </p:nvGrpSpPr>
        <p:grpSpPr>
          <a:xfrm>
            <a:off x="756000" y="2196000"/>
            <a:ext cx="6048000" cy="504000"/>
            <a:chOff x="756000" y="2196000"/>
            <a:chExt cx="6048000" cy="504000"/>
          </a:xfrm>
        </p:grpSpPr>
        <p:sp>
          <p:nvSpPr>
            <p:cNvPr id="32" name="外わく"/>
            <p:cNvSpPr/>
            <p:nvPr/>
          </p:nvSpPr>
          <p:spPr>
            <a:xfrm>
              <a:off x="756000" y="2196000"/>
              <a:ext cx="6048000" cy="504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3" name="マスの線 1"/>
            <p:cNvCxnSpPr/>
            <p:nvPr/>
          </p:nvCxnSpPr>
          <p:spPr>
            <a:xfrm>
              <a:off x="1260000" y="219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マスの線 2"/>
            <p:cNvCxnSpPr/>
            <p:nvPr/>
          </p:nvCxnSpPr>
          <p:spPr>
            <a:xfrm>
              <a:off x="1764000" y="219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マスの線 3"/>
            <p:cNvCxnSpPr/>
            <p:nvPr/>
          </p:nvCxnSpPr>
          <p:spPr>
            <a:xfrm>
              <a:off x="2268000" y="219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マスの線 4"/>
            <p:cNvCxnSpPr/>
            <p:nvPr/>
          </p:nvCxnSpPr>
          <p:spPr>
            <a:xfrm>
              <a:off x="2772000" y="219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マスの線 5"/>
            <p:cNvCxnSpPr/>
            <p:nvPr/>
          </p:nvCxnSpPr>
          <p:spPr>
            <a:xfrm>
              <a:off x="3276000" y="219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マスの線 6"/>
            <p:cNvCxnSpPr/>
            <p:nvPr/>
          </p:nvCxnSpPr>
          <p:spPr>
            <a:xfrm>
              <a:off x="3780000" y="219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マスの線 7"/>
            <p:cNvCxnSpPr/>
            <p:nvPr/>
          </p:nvCxnSpPr>
          <p:spPr>
            <a:xfrm>
              <a:off x="4284000" y="219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マスの線 8"/>
            <p:cNvCxnSpPr/>
            <p:nvPr/>
          </p:nvCxnSpPr>
          <p:spPr>
            <a:xfrm>
              <a:off x="4788000" y="219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マスの線 9"/>
            <p:cNvCxnSpPr/>
            <p:nvPr/>
          </p:nvCxnSpPr>
          <p:spPr>
            <a:xfrm>
              <a:off x="5292000" y="219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マスの線 10"/>
            <p:cNvCxnSpPr/>
            <p:nvPr/>
          </p:nvCxnSpPr>
          <p:spPr>
            <a:xfrm>
              <a:off x="5796000" y="219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マスの線 11"/>
            <p:cNvCxnSpPr/>
            <p:nvPr/>
          </p:nvCxnSpPr>
          <p:spPr>
            <a:xfrm>
              <a:off x="6300000" y="219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4行目"/>
          <p:cNvGrpSpPr/>
          <p:nvPr/>
        </p:nvGrpSpPr>
        <p:grpSpPr>
          <a:xfrm>
            <a:off x="756000" y="2844000"/>
            <a:ext cx="6048000" cy="504000"/>
            <a:chOff x="756000" y="2844000"/>
            <a:chExt cx="6048000" cy="504000"/>
          </a:xfrm>
        </p:grpSpPr>
        <p:sp>
          <p:nvSpPr>
            <p:cNvPr id="45" name="外わく"/>
            <p:cNvSpPr/>
            <p:nvPr/>
          </p:nvSpPr>
          <p:spPr>
            <a:xfrm>
              <a:off x="756000" y="2844000"/>
              <a:ext cx="6048000" cy="504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" name="マスの線 1"/>
            <p:cNvCxnSpPr/>
            <p:nvPr/>
          </p:nvCxnSpPr>
          <p:spPr>
            <a:xfrm>
              <a:off x="1260000" y="284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マスの線 2"/>
            <p:cNvCxnSpPr/>
            <p:nvPr/>
          </p:nvCxnSpPr>
          <p:spPr>
            <a:xfrm>
              <a:off x="1764000" y="284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マスの線 3"/>
            <p:cNvCxnSpPr/>
            <p:nvPr/>
          </p:nvCxnSpPr>
          <p:spPr>
            <a:xfrm>
              <a:off x="2268000" y="284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マスの線 4"/>
            <p:cNvCxnSpPr/>
            <p:nvPr/>
          </p:nvCxnSpPr>
          <p:spPr>
            <a:xfrm>
              <a:off x="2772000" y="284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マスの線 5"/>
            <p:cNvCxnSpPr/>
            <p:nvPr/>
          </p:nvCxnSpPr>
          <p:spPr>
            <a:xfrm>
              <a:off x="3276000" y="284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マスの線 6"/>
            <p:cNvCxnSpPr/>
            <p:nvPr/>
          </p:nvCxnSpPr>
          <p:spPr>
            <a:xfrm>
              <a:off x="3780000" y="284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マスの線 7"/>
            <p:cNvCxnSpPr/>
            <p:nvPr/>
          </p:nvCxnSpPr>
          <p:spPr>
            <a:xfrm>
              <a:off x="4284000" y="284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マスの線 8"/>
            <p:cNvCxnSpPr/>
            <p:nvPr/>
          </p:nvCxnSpPr>
          <p:spPr>
            <a:xfrm>
              <a:off x="4788000" y="284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マスの線 9"/>
            <p:cNvCxnSpPr/>
            <p:nvPr/>
          </p:nvCxnSpPr>
          <p:spPr>
            <a:xfrm>
              <a:off x="5292000" y="284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マスの線 10"/>
            <p:cNvCxnSpPr/>
            <p:nvPr/>
          </p:nvCxnSpPr>
          <p:spPr>
            <a:xfrm>
              <a:off x="5796000" y="284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マスの線 11"/>
            <p:cNvCxnSpPr/>
            <p:nvPr/>
          </p:nvCxnSpPr>
          <p:spPr>
            <a:xfrm>
              <a:off x="6300000" y="284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5行目"/>
          <p:cNvGrpSpPr/>
          <p:nvPr/>
        </p:nvGrpSpPr>
        <p:grpSpPr>
          <a:xfrm>
            <a:off x="756000" y="3492000"/>
            <a:ext cx="6048000" cy="504000"/>
            <a:chOff x="756000" y="3492000"/>
            <a:chExt cx="6048000" cy="504000"/>
          </a:xfrm>
        </p:grpSpPr>
        <p:sp>
          <p:nvSpPr>
            <p:cNvPr id="58" name="外わく"/>
            <p:cNvSpPr/>
            <p:nvPr/>
          </p:nvSpPr>
          <p:spPr>
            <a:xfrm>
              <a:off x="756000" y="3492000"/>
              <a:ext cx="6048000" cy="504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マスの線 1"/>
            <p:cNvCxnSpPr/>
            <p:nvPr/>
          </p:nvCxnSpPr>
          <p:spPr>
            <a:xfrm>
              <a:off x="1260000" y="349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マスの線 2"/>
            <p:cNvCxnSpPr/>
            <p:nvPr/>
          </p:nvCxnSpPr>
          <p:spPr>
            <a:xfrm>
              <a:off x="1764000" y="349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マスの線 3"/>
            <p:cNvCxnSpPr/>
            <p:nvPr/>
          </p:nvCxnSpPr>
          <p:spPr>
            <a:xfrm>
              <a:off x="2268000" y="349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マスの線 4"/>
            <p:cNvCxnSpPr/>
            <p:nvPr/>
          </p:nvCxnSpPr>
          <p:spPr>
            <a:xfrm>
              <a:off x="2772000" y="349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マスの線 5"/>
            <p:cNvCxnSpPr/>
            <p:nvPr/>
          </p:nvCxnSpPr>
          <p:spPr>
            <a:xfrm>
              <a:off x="3276000" y="349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マスの線 6"/>
            <p:cNvCxnSpPr/>
            <p:nvPr/>
          </p:nvCxnSpPr>
          <p:spPr>
            <a:xfrm>
              <a:off x="3780000" y="349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マスの線 7"/>
            <p:cNvCxnSpPr/>
            <p:nvPr/>
          </p:nvCxnSpPr>
          <p:spPr>
            <a:xfrm>
              <a:off x="4284000" y="349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マスの線 8"/>
            <p:cNvCxnSpPr/>
            <p:nvPr/>
          </p:nvCxnSpPr>
          <p:spPr>
            <a:xfrm>
              <a:off x="4788000" y="349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マスの線 9"/>
            <p:cNvCxnSpPr/>
            <p:nvPr/>
          </p:nvCxnSpPr>
          <p:spPr>
            <a:xfrm>
              <a:off x="5292000" y="349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マスの線 10"/>
            <p:cNvCxnSpPr/>
            <p:nvPr/>
          </p:nvCxnSpPr>
          <p:spPr>
            <a:xfrm>
              <a:off x="5796000" y="349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マスの線 11"/>
            <p:cNvCxnSpPr/>
            <p:nvPr/>
          </p:nvCxnSpPr>
          <p:spPr>
            <a:xfrm>
              <a:off x="6300000" y="349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6行目"/>
          <p:cNvGrpSpPr/>
          <p:nvPr/>
        </p:nvGrpSpPr>
        <p:grpSpPr>
          <a:xfrm>
            <a:off x="756000" y="4140000"/>
            <a:ext cx="6048000" cy="504000"/>
            <a:chOff x="756000" y="4140000"/>
            <a:chExt cx="6048000" cy="504000"/>
          </a:xfrm>
        </p:grpSpPr>
        <p:sp>
          <p:nvSpPr>
            <p:cNvPr id="71" name="外わく"/>
            <p:cNvSpPr/>
            <p:nvPr/>
          </p:nvSpPr>
          <p:spPr>
            <a:xfrm>
              <a:off x="756000" y="4140000"/>
              <a:ext cx="6048000" cy="504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2" name="マスの線 1"/>
            <p:cNvCxnSpPr/>
            <p:nvPr/>
          </p:nvCxnSpPr>
          <p:spPr>
            <a:xfrm>
              <a:off x="1260000" y="414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マスの線 2"/>
            <p:cNvCxnSpPr/>
            <p:nvPr/>
          </p:nvCxnSpPr>
          <p:spPr>
            <a:xfrm>
              <a:off x="1764000" y="414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マスの線 3"/>
            <p:cNvCxnSpPr/>
            <p:nvPr/>
          </p:nvCxnSpPr>
          <p:spPr>
            <a:xfrm>
              <a:off x="2268000" y="414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マスの線 4"/>
            <p:cNvCxnSpPr/>
            <p:nvPr/>
          </p:nvCxnSpPr>
          <p:spPr>
            <a:xfrm>
              <a:off x="2772000" y="414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マスの線 5"/>
            <p:cNvCxnSpPr/>
            <p:nvPr/>
          </p:nvCxnSpPr>
          <p:spPr>
            <a:xfrm>
              <a:off x="3276000" y="414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マスの線 6"/>
            <p:cNvCxnSpPr/>
            <p:nvPr/>
          </p:nvCxnSpPr>
          <p:spPr>
            <a:xfrm>
              <a:off x="3780000" y="414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マスの線 7"/>
            <p:cNvCxnSpPr/>
            <p:nvPr/>
          </p:nvCxnSpPr>
          <p:spPr>
            <a:xfrm>
              <a:off x="4284000" y="414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マスの線 8"/>
            <p:cNvCxnSpPr/>
            <p:nvPr/>
          </p:nvCxnSpPr>
          <p:spPr>
            <a:xfrm>
              <a:off x="4788000" y="414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マスの線 9"/>
            <p:cNvCxnSpPr/>
            <p:nvPr/>
          </p:nvCxnSpPr>
          <p:spPr>
            <a:xfrm>
              <a:off x="5292000" y="414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マスの線 10"/>
            <p:cNvCxnSpPr/>
            <p:nvPr/>
          </p:nvCxnSpPr>
          <p:spPr>
            <a:xfrm>
              <a:off x="5796000" y="414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マスの線 11"/>
            <p:cNvCxnSpPr/>
            <p:nvPr/>
          </p:nvCxnSpPr>
          <p:spPr>
            <a:xfrm>
              <a:off x="6300000" y="414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7行目"/>
          <p:cNvGrpSpPr/>
          <p:nvPr/>
        </p:nvGrpSpPr>
        <p:grpSpPr>
          <a:xfrm>
            <a:off x="756000" y="4788000"/>
            <a:ext cx="6048000" cy="504000"/>
            <a:chOff x="756000" y="4788000"/>
            <a:chExt cx="6048000" cy="504000"/>
          </a:xfrm>
        </p:grpSpPr>
        <p:sp>
          <p:nvSpPr>
            <p:cNvPr id="84" name="外わく"/>
            <p:cNvSpPr/>
            <p:nvPr/>
          </p:nvSpPr>
          <p:spPr>
            <a:xfrm>
              <a:off x="756000" y="4788000"/>
              <a:ext cx="6048000" cy="504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5" name="マスの線 1"/>
            <p:cNvCxnSpPr/>
            <p:nvPr/>
          </p:nvCxnSpPr>
          <p:spPr>
            <a:xfrm>
              <a:off x="1260000" y="478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マスの線 2"/>
            <p:cNvCxnSpPr/>
            <p:nvPr/>
          </p:nvCxnSpPr>
          <p:spPr>
            <a:xfrm>
              <a:off x="1764000" y="478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マスの線 3"/>
            <p:cNvCxnSpPr/>
            <p:nvPr/>
          </p:nvCxnSpPr>
          <p:spPr>
            <a:xfrm>
              <a:off x="2268000" y="478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マスの線 4"/>
            <p:cNvCxnSpPr/>
            <p:nvPr/>
          </p:nvCxnSpPr>
          <p:spPr>
            <a:xfrm>
              <a:off x="2772000" y="478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マスの線 5"/>
            <p:cNvCxnSpPr/>
            <p:nvPr/>
          </p:nvCxnSpPr>
          <p:spPr>
            <a:xfrm>
              <a:off x="3276000" y="478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マスの線 6"/>
            <p:cNvCxnSpPr/>
            <p:nvPr/>
          </p:nvCxnSpPr>
          <p:spPr>
            <a:xfrm>
              <a:off x="3780000" y="478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マスの線 7"/>
            <p:cNvCxnSpPr/>
            <p:nvPr/>
          </p:nvCxnSpPr>
          <p:spPr>
            <a:xfrm>
              <a:off x="4284000" y="478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マスの線 8"/>
            <p:cNvCxnSpPr/>
            <p:nvPr/>
          </p:nvCxnSpPr>
          <p:spPr>
            <a:xfrm>
              <a:off x="4788000" y="478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マスの線 9"/>
            <p:cNvCxnSpPr/>
            <p:nvPr/>
          </p:nvCxnSpPr>
          <p:spPr>
            <a:xfrm>
              <a:off x="5292000" y="478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マスの線 10"/>
            <p:cNvCxnSpPr/>
            <p:nvPr/>
          </p:nvCxnSpPr>
          <p:spPr>
            <a:xfrm>
              <a:off x="5796000" y="478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マスの線 11"/>
            <p:cNvCxnSpPr/>
            <p:nvPr/>
          </p:nvCxnSpPr>
          <p:spPr>
            <a:xfrm>
              <a:off x="6300000" y="478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8行目"/>
          <p:cNvGrpSpPr/>
          <p:nvPr/>
        </p:nvGrpSpPr>
        <p:grpSpPr>
          <a:xfrm>
            <a:off x="756000" y="5436000"/>
            <a:ext cx="6048000" cy="504000"/>
            <a:chOff x="756000" y="5436000"/>
            <a:chExt cx="6048000" cy="504000"/>
          </a:xfrm>
        </p:grpSpPr>
        <p:sp>
          <p:nvSpPr>
            <p:cNvPr id="97" name="外わく"/>
            <p:cNvSpPr/>
            <p:nvPr/>
          </p:nvSpPr>
          <p:spPr>
            <a:xfrm>
              <a:off x="756000" y="5436000"/>
              <a:ext cx="6048000" cy="504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8" name="マスの線 1"/>
            <p:cNvCxnSpPr/>
            <p:nvPr/>
          </p:nvCxnSpPr>
          <p:spPr>
            <a:xfrm>
              <a:off x="1260000" y="543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マスの線 2"/>
            <p:cNvCxnSpPr/>
            <p:nvPr/>
          </p:nvCxnSpPr>
          <p:spPr>
            <a:xfrm>
              <a:off x="1764000" y="543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マスの線 3"/>
            <p:cNvCxnSpPr/>
            <p:nvPr/>
          </p:nvCxnSpPr>
          <p:spPr>
            <a:xfrm>
              <a:off x="2268000" y="543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マスの線 4"/>
            <p:cNvCxnSpPr/>
            <p:nvPr/>
          </p:nvCxnSpPr>
          <p:spPr>
            <a:xfrm>
              <a:off x="2772000" y="543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マスの線 5"/>
            <p:cNvCxnSpPr/>
            <p:nvPr/>
          </p:nvCxnSpPr>
          <p:spPr>
            <a:xfrm>
              <a:off x="3276000" y="543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マスの線 6"/>
            <p:cNvCxnSpPr/>
            <p:nvPr/>
          </p:nvCxnSpPr>
          <p:spPr>
            <a:xfrm>
              <a:off x="3780000" y="543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マスの線 7"/>
            <p:cNvCxnSpPr/>
            <p:nvPr/>
          </p:nvCxnSpPr>
          <p:spPr>
            <a:xfrm>
              <a:off x="4284000" y="543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マスの線 8"/>
            <p:cNvCxnSpPr/>
            <p:nvPr/>
          </p:nvCxnSpPr>
          <p:spPr>
            <a:xfrm>
              <a:off x="4788000" y="543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マスの線 9"/>
            <p:cNvCxnSpPr/>
            <p:nvPr/>
          </p:nvCxnSpPr>
          <p:spPr>
            <a:xfrm>
              <a:off x="5292000" y="543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マスの線 10"/>
            <p:cNvCxnSpPr/>
            <p:nvPr/>
          </p:nvCxnSpPr>
          <p:spPr>
            <a:xfrm>
              <a:off x="5796000" y="543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マスの線 11"/>
            <p:cNvCxnSpPr/>
            <p:nvPr/>
          </p:nvCxnSpPr>
          <p:spPr>
            <a:xfrm>
              <a:off x="6300000" y="5436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9行目"/>
          <p:cNvGrpSpPr/>
          <p:nvPr/>
        </p:nvGrpSpPr>
        <p:grpSpPr>
          <a:xfrm>
            <a:off x="756000" y="6084000"/>
            <a:ext cx="6048000" cy="504000"/>
            <a:chOff x="756000" y="6084000"/>
            <a:chExt cx="6048000" cy="504000"/>
          </a:xfrm>
        </p:grpSpPr>
        <p:sp>
          <p:nvSpPr>
            <p:cNvPr id="110" name="外わく"/>
            <p:cNvSpPr/>
            <p:nvPr/>
          </p:nvSpPr>
          <p:spPr>
            <a:xfrm>
              <a:off x="756000" y="6084000"/>
              <a:ext cx="6048000" cy="504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1" name="マスの線 1"/>
            <p:cNvCxnSpPr/>
            <p:nvPr/>
          </p:nvCxnSpPr>
          <p:spPr>
            <a:xfrm>
              <a:off x="1260000" y="608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マスの線 2"/>
            <p:cNvCxnSpPr/>
            <p:nvPr/>
          </p:nvCxnSpPr>
          <p:spPr>
            <a:xfrm>
              <a:off x="1764000" y="608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マスの線 3"/>
            <p:cNvCxnSpPr/>
            <p:nvPr/>
          </p:nvCxnSpPr>
          <p:spPr>
            <a:xfrm>
              <a:off x="2268000" y="608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マスの線 4"/>
            <p:cNvCxnSpPr/>
            <p:nvPr/>
          </p:nvCxnSpPr>
          <p:spPr>
            <a:xfrm>
              <a:off x="2772000" y="608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マスの線 5"/>
            <p:cNvCxnSpPr/>
            <p:nvPr/>
          </p:nvCxnSpPr>
          <p:spPr>
            <a:xfrm>
              <a:off x="3276000" y="608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マスの線 6"/>
            <p:cNvCxnSpPr/>
            <p:nvPr/>
          </p:nvCxnSpPr>
          <p:spPr>
            <a:xfrm>
              <a:off x="3780000" y="608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マスの線 7"/>
            <p:cNvCxnSpPr/>
            <p:nvPr/>
          </p:nvCxnSpPr>
          <p:spPr>
            <a:xfrm>
              <a:off x="4284000" y="608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マスの線 8"/>
            <p:cNvCxnSpPr/>
            <p:nvPr/>
          </p:nvCxnSpPr>
          <p:spPr>
            <a:xfrm>
              <a:off x="4788000" y="608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マスの線 9"/>
            <p:cNvCxnSpPr/>
            <p:nvPr/>
          </p:nvCxnSpPr>
          <p:spPr>
            <a:xfrm>
              <a:off x="5292000" y="608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マスの線 10"/>
            <p:cNvCxnSpPr/>
            <p:nvPr/>
          </p:nvCxnSpPr>
          <p:spPr>
            <a:xfrm>
              <a:off x="5796000" y="608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マスの線 11"/>
            <p:cNvCxnSpPr/>
            <p:nvPr/>
          </p:nvCxnSpPr>
          <p:spPr>
            <a:xfrm>
              <a:off x="6300000" y="6084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10行目"/>
          <p:cNvGrpSpPr/>
          <p:nvPr/>
        </p:nvGrpSpPr>
        <p:grpSpPr>
          <a:xfrm>
            <a:off x="756000" y="6732000"/>
            <a:ext cx="6048000" cy="504000"/>
            <a:chOff x="756000" y="6732000"/>
            <a:chExt cx="6048000" cy="504000"/>
          </a:xfrm>
        </p:grpSpPr>
        <p:sp>
          <p:nvSpPr>
            <p:cNvPr id="123" name="外わく"/>
            <p:cNvSpPr/>
            <p:nvPr/>
          </p:nvSpPr>
          <p:spPr>
            <a:xfrm>
              <a:off x="756000" y="6732000"/>
              <a:ext cx="6048000" cy="504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4" name="マスの線 1"/>
            <p:cNvCxnSpPr/>
            <p:nvPr/>
          </p:nvCxnSpPr>
          <p:spPr>
            <a:xfrm>
              <a:off x="1260000" y="673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マスの線 2"/>
            <p:cNvCxnSpPr/>
            <p:nvPr/>
          </p:nvCxnSpPr>
          <p:spPr>
            <a:xfrm>
              <a:off x="1764000" y="673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マスの線 3"/>
            <p:cNvCxnSpPr/>
            <p:nvPr/>
          </p:nvCxnSpPr>
          <p:spPr>
            <a:xfrm>
              <a:off x="2268000" y="673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マスの線 4"/>
            <p:cNvCxnSpPr/>
            <p:nvPr/>
          </p:nvCxnSpPr>
          <p:spPr>
            <a:xfrm>
              <a:off x="2772000" y="673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マスの線 5"/>
            <p:cNvCxnSpPr/>
            <p:nvPr/>
          </p:nvCxnSpPr>
          <p:spPr>
            <a:xfrm>
              <a:off x="3276000" y="673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マスの線 6"/>
            <p:cNvCxnSpPr/>
            <p:nvPr/>
          </p:nvCxnSpPr>
          <p:spPr>
            <a:xfrm>
              <a:off x="3780000" y="673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マスの線 7"/>
            <p:cNvCxnSpPr/>
            <p:nvPr/>
          </p:nvCxnSpPr>
          <p:spPr>
            <a:xfrm>
              <a:off x="4284000" y="673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マスの線 8"/>
            <p:cNvCxnSpPr/>
            <p:nvPr/>
          </p:nvCxnSpPr>
          <p:spPr>
            <a:xfrm>
              <a:off x="4788000" y="673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マスの線 9"/>
            <p:cNvCxnSpPr/>
            <p:nvPr/>
          </p:nvCxnSpPr>
          <p:spPr>
            <a:xfrm>
              <a:off x="5292000" y="673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マスの線 10"/>
            <p:cNvCxnSpPr/>
            <p:nvPr/>
          </p:nvCxnSpPr>
          <p:spPr>
            <a:xfrm>
              <a:off x="5796000" y="673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マスの線 11"/>
            <p:cNvCxnSpPr/>
            <p:nvPr/>
          </p:nvCxnSpPr>
          <p:spPr>
            <a:xfrm>
              <a:off x="6300000" y="6732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11行目"/>
          <p:cNvGrpSpPr/>
          <p:nvPr/>
        </p:nvGrpSpPr>
        <p:grpSpPr>
          <a:xfrm>
            <a:off x="756000" y="7380000"/>
            <a:ext cx="6048000" cy="504000"/>
            <a:chOff x="756000" y="7380000"/>
            <a:chExt cx="6048000" cy="504000"/>
          </a:xfrm>
        </p:grpSpPr>
        <p:sp>
          <p:nvSpPr>
            <p:cNvPr id="136" name="外わく"/>
            <p:cNvSpPr/>
            <p:nvPr/>
          </p:nvSpPr>
          <p:spPr>
            <a:xfrm>
              <a:off x="756000" y="7380000"/>
              <a:ext cx="6048000" cy="504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7" name="マスの線 1"/>
            <p:cNvCxnSpPr/>
            <p:nvPr/>
          </p:nvCxnSpPr>
          <p:spPr>
            <a:xfrm>
              <a:off x="1260000" y="738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マスの線 2"/>
            <p:cNvCxnSpPr/>
            <p:nvPr/>
          </p:nvCxnSpPr>
          <p:spPr>
            <a:xfrm>
              <a:off x="1764000" y="738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マスの線 3"/>
            <p:cNvCxnSpPr/>
            <p:nvPr/>
          </p:nvCxnSpPr>
          <p:spPr>
            <a:xfrm>
              <a:off x="2268000" y="738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マスの線 4"/>
            <p:cNvCxnSpPr/>
            <p:nvPr/>
          </p:nvCxnSpPr>
          <p:spPr>
            <a:xfrm>
              <a:off x="2772000" y="738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マスの線 5"/>
            <p:cNvCxnSpPr/>
            <p:nvPr/>
          </p:nvCxnSpPr>
          <p:spPr>
            <a:xfrm>
              <a:off x="3276000" y="738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マスの線 6"/>
            <p:cNvCxnSpPr/>
            <p:nvPr/>
          </p:nvCxnSpPr>
          <p:spPr>
            <a:xfrm>
              <a:off x="3780000" y="738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マスの線 7"/>
            <p:cNvCxnSpPr/>
            <p:nvPr/>
          </p:nvCxnSpPr>
          <p:spPr>
            <a:xfrm>
              <a:off x="4284000" y="738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マスの線 8"/>
            <p:cNvCxnSpPr/>
            <p:nvPr/>
          </p:nvCxnSpPr>
          <p:spPr>
            <a:xfrm>
              <a:off x="4788000" y="738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マスの線 9"/>
            <p:cNvCxnSpPr/>
            <p:nvPr/>
          </p:nvCxnSpPr>
          <p:spPr>
            <a:xfrm>
              <a:off x="5292000" y="738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マスの線 10"/>
            <p:cNvCxnSpPr/>
            <p:nvPr/>
          </p:nvCxnSpPr>
          <p:spPr>
            <a:xfrm>
              <a:off x="5796000" y="738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マスの線 11"/>
            <p:cNvCxnSpPr/>
            <p:nvPr/>
          </p:nvCxnSpPr>
          <p:spPr>
            <a:xfrm>
              <a:off x="6300000" y="7380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12行目"/>
          <p:cNvGrpSpPr/>
          <p:nvPr/>
        </p:nvGrpSpPr>
        <p:grpSpPr>
          <a:xfrm>
            <a:off x="756000" y="8028000"/>
            <a:ext cx="6048000" cy="504000"/>
            <a:chOff x="756000" y="8028000"/>
            <a:chExt cx="6048000" cy="504000"/>
          </a:xfrm>
        </p:grpSpPr>
        <p:sp>
          <p:nvSpPr>
            <p:cNvPr id="149" name="外わく"/>
            <p:cNvSpPr/>
            <p:nvPr/>
          </p:nvSpPr>
          <p:spPr>
            <a:xfrm>
              <a:off x="756000" y="8028000"/>
              <a:ext cx="6048000" cy="504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0" name="マスの線 1"/>
            <p:cNvCxnSpPr/>
            <p:nvPr/>
          </p:nvCxnSpPr>
          <p:spPr>
            <a:xfrm>
              <a:off x="1260000" y="802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マスの線 2"/>
            <p:cNvCxnSpPr/>
            <p:nvPr/>
          </p:nvCxnSpPr>
          <p:spPr>
            <a:xfrm>
              <a:off x="1764000" y="802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マスの線 3"/>
            <p:cNvCxnSpPr/>
            <p:nvPr/>
          </p:nvCxnSpPr>
          <p:spPr>
            <a:xfrm>
              <a:off x="2268000" y="802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マスの線 4"/>
            <p:cNvCxnSpPr/>
            <p:nvPr/>
          </p:nvCxnSpPr>
          <p:spPr>
            <a:xfrm>
              <a:off x="2772000" y="802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マスの線 5"/>
            <p:cNvCxnSpPr/>
            <p:nvPr/>
          </p:nvCxnSpPr>
          <p:spPr>
            <a:xfrm>
              <a:off x="3276000" y="802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マスの線 6"/>
            <p:cNvCxnSpPr/>
            <p:nvPr/>
          </p:nvCxnSpPr>
          <p:spPr>
            <a:xfrm>
              <a:off x="3780000" y="802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マスの線 7"/>
            <p:cNvCxnSpPr/>
            <p:nvPr/>
          </p:nvCxnSpPr>
          <p:spPr>
            <a:xfrm>
              <a:off x="4284000" y="802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マスの線 8"/>
            <p:cNvCxnSpPr/>
            <p:nvPr/>
          </p:nvCxnSpPr>
          <p:spPr>
            <a:xfrm>
              <a:off x="4788000" y="802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マスの線 9"/>
            <p:cNvCxnSpPr/>
            <p:nvPr/>
          </p:nvCxnSpPr>
          <p:spPr>
            <a:xfrm>
              <a:off x="5292000" y="802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マスの線 10"/>
            <p:cNvCxnSpPr/>
            <p:nvPr/>
          </p:nvCxnSpPr>
          <p:spPr>
            <a:xfrm>
              <a:off x="5796000" y="802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マスの線 11"/>
            <p:cNvCxnSpPr/>
            <p:nvPr/>
          </p:nvCxnSpPr>
          <p:spPr>
            <a:xfrm>
              <a:off x="6300000" y="8028000"/>
              <a:ext cx="0" cy="504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1" name="さし絵（消してもかまいません）" descr="_tmp_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457" y="8892000"/>
            <a:ext cx="1211542" cy="1368000"/>
          </a:xfrm>
          <a:prstGeom prst="rect">
            <a:avLst/>
          </a:prstGeom>
        </p:spPr>
      </p:pic>
      <p:sp>
        <p:nvSpPr>
          <p:cNvPr id="162" name="紙の説明（消してもかまいません）"/>
          <p:cNvSpPr txBox="1"/>
          <p:nvPr/>
        </p:nvSpPr>
        <p:spPr>
          <a:xfrm>
            <a:off x="540000" y="10350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49C"/>
                </a:solidFill>
                <a:latin typeface="UD デジタル 教科書体 N-R"/>
              </a:rPr>
              <a:t>1・2年／マス 14mm</a:t>
            </a:r>
          </a:p>
        </p:txBody>
      </p:sp>
      <p:sp>
        <p:nvSpPr>
          <p:cNvPr id="163" name="クレジット"/>
          <p:cNvSpPr txBox="1"/>
          <p:nvPr/>
        </p:nvSpPr>
        <p:spPr>
          <a:xfrm>
            <a:off x="5580000" y="10350000"/>
            <a:ext cx="14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949C"/>
                </a:solidFill>
                <a:latin typeface="UD デジタル 教科書体 N-R"/>
              </a:rPr>
              <a:t>© School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